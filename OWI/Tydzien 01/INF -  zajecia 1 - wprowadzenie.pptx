
<file path=[Content_Types].xml><?xml version="1.0" encoding="utf-8"?>
<Types xmlns="http://schemas.openxmlformats.org/package/2006/content-types">
  <Default Extension="jpeg" ContentType="image/jpeg"/>
  <Default Extension="jpg" ContentType="image/jpeg"/>
  <Default Extension="jpg!d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9" r:id="rId1"/>
  </p:sldMasterIdLst>
  <p:notesMasterIdLst>
    <p:notesMasterId r:id="rId15"/>
  </p:notesMasterIdLst>
  <p:sldIdLst>
    <p:sldId id="256" r:id="rId2"/>
    <p:sldId id="374" r:id="rId3"/>
    <p:sldId id="375" r:id="rId4"/>
    <p:sldId id="277" r:id="rId5"/>
    <p:sldId id="381" r:id="rId6"/>
    <p:sldId id="380" r:id="rId7"/>
    <p:sldId id="379" r:id="rId8"/>
    <p:sldId id="364" r:id="rId9"/>
    <p:sldId id="382" r:id="rId10"/>
    <p:sldId id="383" r:id="rId11"/>
    <p:sldId id="384" r:id="rId12"/>
    <p:sldId id="385" r:id="rId13"/>
    <p:sldId id="25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00"/>
    <p:restoredTop sz="93356"/>
  </p:normalViewPr>
  <p:slideViewPr>
    <p:cSldViewPr snapToGrid="0" snapToObjects="1">
      <p:cViewPr varScale="1">
        <p:scale>
          <a:sx n="89" d="100"/>
          <a:sy n="89" d="100"/>
        </p:scale>
        <p:origin x="168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8D2829-3B26-D34C-BFFB-333574194ACB}" type="doc">
      <dgm:prSet loTypeId="urn:microsoft.com/office/officeart/2005/8/layout/arrow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l-PL"/>
        </a:p>
      </dgm:t>
    </dgm:pt>
    <dgm:pt modelId="{E5275506-0938-1E4A-ACF1-D6866729595F}">
      <dgm:prSet phldrT="[Tekst]"/>
      <dgm:spPr/>
      <dgm:t>
        <a:bodyPr/>
        <a:lstStyle/>
        <a:p>
          <a:r>
            <a:rPr lang="pl-PL" dirty="0"/>
            <a:t>Rzeczy </a:t>
          </a:r>
        </a:p>
        <a:p>
          <a:r>
            <a:rPr lang="pl-PL" dirty="0"/>
            <a:t>(art. 45 KC)</a:t>
          </a:r>
        </a:p>
      </dgm:t>
    </dgm:pt>
    <dgm:pt modelId="{92BF513E-BA1C-2841-82F9-2CDFC23AF991}" type="parTrans" cxnId="{D91D1F09-B727-704D-AE76-6866DA0D1999}">
      <dgm:prSet/>
      <dgm:spPr/>
      <dgm:t>
        <a:bodyPr/>
        <a:lstStyle/>
        <a:p>
          <a:endParaRPr lang="pl-PL"/>
        </a:p>
      </dgm:t>
    </dgm:pt>
    <dgm:pt modelId="{8E85F188-632D-1A46-84CF-82826108ADD1}" type="sibTrans" cxnId="{D91D1F09-B727-704D-AE76-6866DA0D1999}">
      <dgm:prSet/>
      <dgm:spPr/>
      <dgm:t>
        <a:bodyPr/>
        <a:lstStyle/>
        <a:p>
          <a:endParaRPr lang="pl-PL"/>
        </a:p>
      </dgm:t>
    </dgm:pt>
    <dgm:pt modelId="{4B3315C9-9934-EB46-A94E-37C85E855AE6}">
      <dgm:prSet phldrT="[Tekst]"/>
      <dgm:spPr/>
      <dgm:t>
        <a:bodyPr/>
        <a:lstStyle/>
        <a:p>
          <a:r>
            <a:rPr lang="pl-PL" dirty="0"/>
            <a:t>Dobra niematerialne</a:t>
          </a:r>
        </a:p>
      </dgm:t>
    </dgm:pt>
    <dgm:pt modelId="{6BC86D02-BFE7-E145-A2EF-EF018C2F4989}" type="parTrans" cxnId="{6A50C2A2-B607-014A-89B5-12BE19685BC4}">
      <dgm:prSet/>
      <dgm:spPr/>
      <dgm:t>
        <a:bodyPr/>
        <a:lstStyle/>
        <a:p>
          <a:endParaRPr lang="pl-PL"/>
        </a:p>
      </dgm:t>
    </dgm:pt>
    <dgm:pt modelId="{B397A504-3668-E440-AB8F-52B3FF3902A0}" type="sibTrans" cxnId="{6A50C2A2-B607-014A-89B5-12BE19685BC4}">
      <dgm:prSet/>
      <dgm:spPr/>
      <dgm:t>
        <a:bodyPr/>
        <a:lstStyle/>
        <a:p>
          <a:endParaRPr lang="pl-PL"/>
        </a:p>
      </dgm:t>
    </dgm:pt>
    <dgm:pt modelId="{F3F6B898-FDC9-9445-A77C-2C32A95D5203}" type="pres">
      <dgm:prSet presAssocID="{778D2829-3B26-D34C-BFFB-333574194ACB}" presName="cycle" presStyleCnt="0">
        <dgm:presLayoutVars>
          <dgm:dir/>
          <dgm:resizeHandles val="exact"/>
        </dgm:presLayoutVars>
      </dgm:prSet>
      <dgm:spPr/>
    </dgm:pt>
    <dgm:pt modelId="{024EC8CA-31BB-0549-A520-7155693FEC75}" type="pres">
      <dgm:prSet presAssocID="{E5275506-0938-1E4A-ACF1-D6866729595F}" presName="arrow" presStyleLbl="node1" presStyleIdx="0" presStyleCnt="2" custScaleY="100084" custRadScaleRad="104055" custRadScaleInc="-8946">
        <dgm:presLayoutVars>
          <dgm:bulletEnabled val="1"/>
        </dgm:presLayoutVars>
      </dgm:prSet>
      <dgm:spPr/>
    </dgm:pt>
    <dgm:pt modelId="{692890FB-31DC-E848-94A8-6161172F7E55}" type="pres">
      <dgm:prSet presAssocID="{4B3315C9-9934-EB46-A94E-37C85E855AE6}" presName="arrow" presStyleLbl="node1" presStyleIdx="1" presStyleCnt="2" custRadScaleRad="149407" custRadScaleInc="19127">
        <dgm:presLayoutVars>
          <dgm:bulletEnabled val="1"/>
        </dgm:presLayoutVars>
      </dgm:prSet>
      <dgm:spPr/>
    </dgm:pt>
  </dgm:ptLst>
  <dgm:cxnLst>
    <dgm:cxn modelId="{D91D1F09-B727-704D-AE76-6866DA0D1999}" srcId="{778D2829-3B26-D34C-BFFB-333574194ACB}" destId="{E5275506-0938-1E4A-ACF1-D6866729595F}" srcOrd="0" destOrd="0" parTransId="{92BF513E-BA1C-2841-82F9-2CDFC23AF991}" sibTransId="{8E85F188-632D-1A46-84CF-82826108ADD1}"/>
    <dgm:cxn modelId="{E2175D36-DFA1-674C-AC59-7F7126B044C0}" type="presOf" srcId="{4B3315C9-9934-EB46-A94E-37C85E855AE6}" destId="{692890FB-31DC-E848-94A8-6161172F7E55}" srcOrd="0" destOrd="0" presId="urn:microsoft.com/office/officeart/2005/8/layout/arrow1"/>
    <dgm:cxn modelId="{A5B42D80-71F7-2C40-A9C8-289E779D3CE8}" type="presOf" srcId="{778D2829-3B26-D34C-BFFB-333574194ACB}" destId="{F3F6B898-FDC9-9445-A77C-2C32A95D5203}" srcOrd="0" destOrd="0" presId="urn:microsoft.com/office/officeart/2005/8/layout/arrow1"/>
    <dgm:cxn modelId="{6A50C2A2-B607-014A-89B5-12BE19685BC4}" srcId="{778D2829-3B26-D34C-BFFB-333574194ACB}" destId="{4B3315C9-9934-EB46-A94E-37C85E855AE6}" srcOrd="1" destOrd="0" parTransId="{6BC86D02-BFE7-E145-A2EF-EF018C2F4989}" sibTransId="{B397A504-3668-E440-AB8F-52B3FF3902A0}"/>
    <dgm:cxn modelId="{7C6F8EFA-3306-8240-B88C-3CDF4FBC6774}" type="presOf" srcId="{E5275506-0938-1E4A-ACF1-D6866729595F}" destId="{024EC8CA-31BB-0549-A520-7155693FEC75}" srcOrd="0" destOrd="0" presId="urn:microsoft.com/office/officeart/2005/8/layout/arrow1"/>
    <dgm:cxn modelId="{2FD9E489-2CE2-E540-B2EB-B45ADD72EF24}" type="presParOf" srcId="{F3F6B898-FDC9-9445-A77C-2C32A95D5203}" destId="{024EC8CA-31BB-0549-A520-7155693FEC75}" srcOrd="0" destOrd="0" presId="urn:microsoft.com/office/officeart/2005/8/layout/arrow1"/>
    <dgm:cxn modelId="{992C18A2-67A7-534B-8BD2-C7DD206D469A}" type="presParOf" srcId="{F3F6B898-FDC9-9445-A77C-2C32A95D5203}" destId="{692890FB-31DC-E848-94A8-6161172F7E55}" srcOrd="1" destOrd="0" presId="urn:microsoft.com/office/officeart/2005/8/layout/arrow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010D140-21F3-3C44-A5B7-E821D3C5EB15}" type="doc">
      <dgm:prSet loTypeId="urn:microsoft.com/office/officeart/2005/8/layout/vList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l-PL"/>
        </a:p>
      </dgm:t>
    </dgm:pt>
    <dgm:pt modelId="{98A2F9D1-A2AC-6042-93D4-D0DEB8268D1E}">
      <dgm:prSet phldrT="[Tekst]"/>
      <dgm:spPr/>
      <dgm:t>
        <a:bodyPr/>
        <a:lstStyle/>
        <a:p>
          <a:r>
            <a:rPr lang="pl-PL" dirty="0"/>
            <a:t>Zakres pojęcia</a:t>
          </a:r>
        </a:p>
      </dgm:t>
    </dgm:pt>
    <dgm:pt modelId="{61A48382-7481-F846-8374-790C7BE3C79C}" type="parTrans" cxnId="{2AC57E4C-9EB4-1D49-AB49-DC12C9BFCE4E}">
      <dgm:prSet/>
      <dgm:spPr/>
      <dgm:t>
        <a:bodyPr/>
        <a:lstStyle/>
        <a:p>
          <a:endParaRPr lang="pl-PL"/>
        </a:p>
      </dgm:t>
    </dgm:pt>
    <dgm:pt modelId="{D16C25D0-5498-A342-BBDB-7D254B303712}" type="sibTrans" cxnId="{2AC57E4C-9EB4-1D49-AB49-DC12C9BFCE4E}">
      <dgm:prSet/>
      <dgm:spPr/>
      <dgm:t>
        <a:bodyPr/>
        <a:lstStyle/>
        <a:p>
          <a:endParaRPr lang="pl-PL"/>
        </a:p>
      </dgm:t>
    </dgm:pt>
    <dgm:pt modelId="{DFB67818-6603-1E44-8F12-1032EB3A6679}">
      <dgm:prSet phldrT="[Tekst]"/>
      <dgm:spPr/>
      <dgm:t>
        <a:bodyPr/>
        <a:lstStyle/>
        <a:p>
          <a:r>
            <a:rPr lang="pl-PL" dirty="0">
              <a:highlight>
                <a:srgbClr val="00FF00"/>
              </a:highlight>
            </a:rPr>
            <a:t>Ochrona</a:t>
          </a:r>
        </a:p>
      </dgm:t>
    </dgm:pt>
    <dgm:pt modelId="{2298A71A-33CB-7149-B4B0-19695A4DADDB}" type="parTrans" cxnId="{4342FBDF-20F0-7C4E-9BA9-6B385C655F38}">
      <dgm:prSet/>
      <dgm:spPr/>
      <dgm:t>
        <a:bodyPr/>
        <a:lstStyle/>
        <a:p>
          <a:endParaRPr lang="pl-PL"/>
        </a:p>
      </dgm:t>
    </dgm:pt>
    <dgm:pt modelId="{14D44367-2C61-6740-A31D-0EF43B6268A6}" type="sibTrans" cxnId="{4342FBDF-20F0-7C4E-9BA9-6B385C655F38}">
      <dgm:prSet/>
      <dgm:spPr/>
      <dgm:t>
        <a:bodyPr/>
        <a:lstStyle/>
        <a:p>
          <a:endParaRPr lang="pl-PL"/>
        </a:p>
      </dgm:t>
    </dgm:pt>
    <dgm:pt modelId="{9EB44E70-F985-0741-B1B0-9895E6C224D7}">
      <dgm:prSet phldrT="[Tekst]"/>
      <dgm:spPr/>
      <dgm:t>
        <a:bodyPr/>
        <a:lstStyle/>
        <a:p>
          <a:r>
            <a:rPr lang="pl-PL" dirty="0">
              <a:highlight>
                <a:srgbClr val="00FF00"/>
              </a:highlight>
            </a:rPr>
            <a:t>Własności</a:t>
          </a:r>
        </a:p>
      </dgm:t>
    </dgm:pt>
    <dgm:pt modelId="{E61B4D5B-5383-7145-AEF5-E25C0B0C9E13}" type="parTrans" cxnId="{059010D6-4D01-ED4F-8F4F-D69C701A31B9}">
      <dgm:prSet/>
      <dgm:spPr/>
      <dgm:t>
        <a:bodyPr/>
        <a:lstStyle/>
        <a:p>
          <a:endParaRPr lang="pl-PL"/>
        </a:p>
      </dgm:t>
    </dgm:pt>
    <dgm:pt modelId="{CA67C667-E833-1C4C-8B92-DB277A6A77EC}" type="sibTrans" cxnId="{059010D6-4D01-ED4F-8F4F-D69C701A31B9}">
      <dgm:prSet/>
      <dgm:spPr/>
      <dgm:t>
        <a:bodyPr/>
        <a:lstStyle/>
        <a:p>
          <a:endParaRPr lang="pl-PL"/>
        </a:p>
      </dgm:t>
    </dgm:pt>
    <dgm:pt modelId="{8CDF23CD-7788-064A-858D-C9B5B6B5F775}">
      <dgm:prSet phldrT="[Tekst]"/>
      <dgm:spPr/>
      <dgm:t>
        <a:bodyPr/>
        <a:lstStyle/>
        <a:p>
          <a:r>
            <a:rPr lang="pl-PL" dirty="0">
              <a:highlight>
                <a:srgbClr val="00FF00"/>
              </a:highlight>
            </a:rPr>
            <a:t>Intelektualnej</a:t>
          </a:r>
        </a:p>
      </dgm:t>
    </dgm:pt>
    <dgm:pt modelId="{DDA3651A-CFA3-4144-8FBF-50DF671F2289}" type="parTrans" cxnId="{174FCD98-042D-FB47-8B3B-91F10309F5A3}">
      <dgm:prSet/>
      <dgm:spPr/>
      <dgm:t>
        <a:bodyPr/>
        <a:lstStyle/>
        <a:p>
          <a:endParaRPr lang="pl-PL"/>
        </a:p>
      </dgm:t>
    </dgm:pt>
    <dgm:pt modelId="{7408058A-B735-3A4A-B75E-0117AD345C1C}" type="sibTrans" cxnId="{174FCD98-042D-FB47-8B3B-91F10309F5A3}">
      <dgm:prSet/>
      <dgm:spPr/>
      <dgm:t>
        <a:bodyPr/>
        <a:lstStyle/>
        <a:p>
          <a:endParaRPr lang="pl-PL"/>
        </a:p>
      </dgm:t>
    </dgm:pt>
    <dgm:pt modelId="{424062B3-8E82-5A41-9CD5-DA0F6AA57F41}">
      <dgm:prSet phldrT="[Tekst]"/>
      <dgm:spPr/>
      <dgm:t>
        <a:bodyPr/>
        <a:lstStyle/>
        <a:p>
          <a:r>
            <a:rPr lang="pl-PL" dirty="0"/>
            <a:t>realizowana przez państwo i normy prawne</a:t>
          </a:r>
        </a:p>
      </dgm:t>
    </dgm:pt>
    <dgm:pt modelId="{A3BBF79B-B292-784A-80EA-CC73979D360B}" type="parTrans" cxnId="{D5E1970D-9CDD-F044-81C5-5CA4E98ED224}">
      <dgm:prSet/>
      <dgm:spPr/>
      <dgm:t>
        <a:bodyPr/>
        <a:lstStyle/>
        <a:p>
          <a:endParaRPr lang="pl-PL"/>
        </a:p>
      </dgm:t>
    </dgm:pt>
    <dgm:pt modelId="{A93EF77C-8E1E-1F41-BABA-EC88DC33B519}" type="sibTrans" cxnId="{D5E1970D-9CDD-F044-81C5-5CA4E98ED224}">
      <dgm:prSet/>
      <dgm:spPr/>
      <dgm:t>
        <a:bodyPr/>
        <a:lstStyle/>
        <a:p>
          <a:endParaRPr lang="pl-PL"/>
        </a:p>
      </dgm:t>
    </dgm:pt>
    <dgm:pt modelId="{45C8715A-5F6F-CE44-BC8A-6219E6569B26}">
      <dgm:prSet phldrT="[Tekst]"/>
      <dgm:spPr/>
      <dgm:t>
        <a:bodyPr/>
        <a:lstStyle/>
        <a:p>
          <a:r>
            <a:rPr lang="pl-PL" dirty="0"/>
            <a:t>Nieograniczone (poza wyjątkami) władanie rzeczą</a:t>
          </a:r>
        </a:p>
      </dgm:t>
    </dgm:pt>
    <dgm:pt modelId="{DE13175A-D227-4940-B2E8-B6E89494719F}" type="parTrans" cxnId="{3ADE3A5B-B40C-6D47-A6EC-81C923310FC7}">
      <dgm:prSet/>
      <dgm:spPr/>
      <dgm:t>
        <a:bodyPr/>
        <a:lstStyle/>
        <a:p>
          <a:endParaRPr lang="pl-PL"/>
        </a:p>
      </dgm:t>
    </dgm:pt>
    <dgm:pt modelId="{48E78375-7CEE-BE4D-8736-2EB7CD46F80E}" type="sibTrans" cxnId="{3ADE3A5B-B40C-6D47-A6EC-81C923310FC7}">
      <dgm:prSet/>
      <dgm:spPr/>
      <dgm:t>
        <a:bodyPr/>
        <a:lstStyle/>
        <a:p>
          <a:endParaRPr lang="pl-PL"/>
        </a:p>
      </dgm:t>
    </dgm:pt>
    <dgm:pt modelId="{BB2EE561-1149-F248-A691-448E31B0AD27}">
      <dgm:prSet phldrT="[Tekst]"/>
      <dgm:spPr/>
      <dgm:t>
        <a:bodyPr/>
        <a:lstStyle/>
        <a:p>
          <a:r>
            <a:rPr lang="pl-PL" dirty="0"/>
            <a:t>Zdolności umysłowe i twórcze</a:t>
          </a:r>
        </a:p>
      </dgm:t>
    </dgm:pt>
    <dgm:pt modelId="{8B7DEED1-12D2-EE46-9BF2-2865466C4568}" type="parTrans" cxnId="{A2273507-5411-194F-93EA-C199FC1E6432}">
      <dgm:prSet/>
      <dgm:spPr/>
      <dgm:t>
        <a:bodyPr/>
        <a:lstStyle/>
        <a:p>
          <a:endParaRPr lang="pl-PL"/>
        </a:p>
      </dgm:t>
    </dgm:pt>
    <dgm:pt modelId="{5AAE70BC-56A3-D244-AAFF-1648D68D1491}" type="sibTrans" cxnId="{A2273507-5411-194F-93EA-C199FC1E6432}">
      <dgm:prSet/>
      <dgm:spPr/>
      <dgm:t>
        <a:bodyPr/>
        <a:lstStyle/>
        <a:p>
          <a:endParaRPr lang="pl-PL"/>
        </a:p>
      </dgm:t>
    </dgm:pt>
    <dgm:pt modelId="{E1ECEBA6-08AA-9A42-A10A-AB06646CF253}" type="pres">
      <dgm:prSet presAssocID="{A010D140-21F3-3C44-A5B7-E821D3C5EB15}" presName="Name0" presStyleCnt="0">
        <dgm:presLayoutVars>
          <dgm:dir/>
          <dgm:animLvl val="lvl"/>
          <dgm:resizeHandles val="exact"/>
        </dgm:presLayoutVars>
      </dgm:prSet>
      <dgm:spPr/>
    </dgm:pt>
    <dgm:pt modelId="{FA4422DB-5A8E-714A-A969-55E5ACE1330C}" type="pres">
      <dgm:prSet presAssocID="{98A2F9D1-A2AC-6042-93D4-D0DEB8268D1E}" presName="linNode" presStyleCnt="0"/>
      <dgm:spPr/>
    </dgm:pt>
    <dgm:pt modelId="{A9B023BE-AACF-D24A-BAF9-9D31C62D3BDB}" type="pres">
      <dgm:prSet presAssocID="{98A2F9D1-A2AC-6042-93D4-D0DEB8268D1E}" presName="parentText" presStyleLbl="node1" presStyleIdx="0" presStyleCnt="1" custLinFactNeighborX="245" custLinFactNeighborY="5326">
        <dgm:presLayoutVars>
          <dgm:chMax val="1"/>
          <dgm:bulletEnabled val="1"/>
        </dgm:presLayoutVars>
      </dgm:prSet>
      <dgm:spPr/>
    </dgm:pt>
    <dgm:pt modelId="{244AF8E3-4306-3C44-925E-1B892B80DDDC}" type="pres">
      <dgm:prSet presAssocID="{98A2F9D1-A2AC-6042-93D4-D0DEB8268D1E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A2273507-5411-194F-93EA-C199FC1E6432}" srcId="{8CDF23CD-7788-064A-858D-C9B5B6B5F775}" destId="{BB2EE561-1149-F248-A691-448E31B0AD27}" srcOrd="0" destOrd="0" parTransId="{8B7DEED1-12D2-EE46-9BF2-2865466C4568}" sibTransId="{5AAE70BC-56A3-D244-AAFF-1648D68D1491}"/>
    <dgm:cxn modelId="{D5E1970D-9CDD-F044-81C5-5CA4E98ED224}" srcId="{DFB67818-6603-1E44-8F12-1032EB3A6679}" destId="{424062B3-8E82-5A41-9CD5-DA0F6AA57F41}" srcOrd="0" destOrd="0" parTransId="{A3BBF79B-B292-784A-80EA-CC73979D360B}" sibTransId="{A93EF77C-8E1E-1F41-BABA-EC88DC33B519}"/>
    <dgm:cxn modelId="{8C2EC33B-3EB3-4E48-8244-57C9F82DA48D}" type="presOf" srcId="{424062B3-8E82-5A41-9CD5-DA0F6AA57F41}" destId="{244AF8E3-4306-3C44-925E-1B892B80DDDC}" srcOrd="0" destOrd="1" presId="urn:microsoft.com/office/officeart/2005/8/layout/vList5"/>
    <dgm:cxn modelId="{A75AE249-7735-984E-8D48-6A7B6199711D}" type="presOf" srcId="{DFB67818-6603-1E44-8F12-1032EB3A6679}" destId="{244AF8E3-4306-3C44-925E-1B892B80DDDC}" srcOrd="0" destOrd="0" presId="urn:microsoft.com/office/officeart/2005/8/layout/vList5"/>
    <dgm:cxn modelId="{2AC57E4C-9EB4-1D49-AB49-DC12C9BFCE4E}" srcId="{A010D140-21F3-3C44-A5B7-E821D3C5EB15}" destId="{98A2F9D1-A2AC-6042-93D4-D0DEB8268D1E}" srcOrd="0" destOrd="0" parTransId="{61A48382-7481-F846-8374-790C7BE3C79C}" sibTransId="{D16C25D0-5498-A342-BBDB-7D254B303712}"/>
    <dgm:cxn modelId="{3ADE3A5B-B40C-6D47-A6EC-81C923310FC7}" srcId="{9EB44E70-F985-0741-B1B0-9895E6C224D7}" destId="{45C8715A-5F6F-CE44-BC8A-6219E6569B26}" srcOrd="0" destOrd="0" parTransId="{DE13175A-D227-4940-B2E8-B6E89494719F}" sibTransId="{48E78375-7CEE-BE4D-8736-2EB7CD46F80E}"/>
    <dgm:cxn modelId="{3F48B683-B7BB-F740-9A74-FC66A3D1F887}" type="presOf" srcId="{BB2EE561-1149-F248-A691-448E31B0AD27}" destId="{244AF8E3-4306-3C44-925E-1B892B80DDDC}" srcOrd="0" destOrd="5" presId="urn:microsoft.com/office/officeart/2005/8/layout/vList5"/>
    <dgm:cxn modelId="{174FCD98-042D-FB47-8B3B-91F10309F5A3}" srcId="{98A2F9D1-A2AC-6042-93D4-D0DEB8268D1E}" destId="{8CDF23CD-7788-064A-858D-C9B5B6B5F775}" srcOrd="2" destOrd="0" parTransId="{DDA3651A-CFA3-4144-8FBF-50DF671F2289}" sibTransId="{7408058A-B735-3A4A-B75E-0117AD345C1C}"/>
    <dgm:cxn modelId="{BB242FA4-6B9E-1643-851D-6DDD2FB9F730}" type="presOf" srcId="{98A2F9D1-A2AC-6042-93D4-D0DEB8268D1E}" destId="{A9B023BE-AACF-D24A-BAF9-9D31C62D3BDB}" srcOrd="0" destOrd="0" presId="urn:microsoft.com/office/officeart/2005/8/layout/vList5"/>
    <dgm:cxn modelId="{F1910CC1-E132-1F48-99B4-3A37FBB5CF68}" type="presOf" srcId="{8CDF23CD-7788-064A-858D-C9B5B6B5F775}" destId="{244AF8E3-4306-3C44-925E-1B892B80DDDC}" srcOrd="0" destOrd="4" presId="urn:microsoft.com/office/officeart/2005/8/layout/vList5"/>
    <dgm:cxn modelId="{059010D6-4D01-ED4F-8F4F-D69C701A31B9}" srcId="{98A2F9D1-A2AC-6042-93D4-D0DEB8268D1E}" destId="{9EB44E70-F985-0741-B1B0-9895E6C224D7}" srcOrd="1" destOrd="0" parTransId="{E61B4D5B-5383-7145-AEF5-E25C0B0C9E13}" sibTransId="{CA67C667-E833-1C4C-8B92-DB277A6A77EC}"/>
    <dgm:cxn modelId="{4342FBDF-20F0-7C4E-9BA9-6B385C655F38}" srcId="{98A2F9D1-A2AC-6042-93D4-D0DEB8268D1E}" destId="{DFB67818-6603-1E44-8F12-1032EB3A6679}" srcOrd="0" destOrd="0" parTransId="{2298A71A-33CB-7149-B4B0-19695A4DADDB}" sibTransId="{14D44367-2C61-6740-A31D-0EF43B6268A6}"/>
    <dgm:cxn modelId="{D2D2BCE0-CE39-8642-909B-57BB83DF9EEE}" type="presOf" srcId="{45C8715A-5F6F-CE44-BC8A-6219E6569B26}" destId="{244AF8E3-4306-3C44-925E-1B892B80DDDC}" srcOrd="0" destOrd="3" presId="urn:microsoft.com/office/officeart/2005/8/layout/vList5"/>
    <dgm:cxn modelId="{7D1BB0FC-16D7-B641-89CE-7CFD32CE4B91}" type="presOf" srcId="{A010D140-21F3-3C44-A5B7-E821D3C5EB15}" destId="{E1ECEBA6-08AA-9A42-A10A-AB06646CF253}" srcOrd="0" destOrd="0" presId="urn:microsoft.com/office/officeart/2005/8/layout/vList5"/>
    <dgm:cxn modelId="{13BED6FD-7A61-4744-ABEB-457AC7EA56DA}" type="presOf" srcId="{9EB44E70-F985-0741-B1B0-9895E6C224D7}" destId="{244AF8E3-4306-3C44-925E-1B892B80DDDC}" srcOrd="0" destOrd="2" presId="urn:microsoft.com/office/officeart/2005/8/layout/vList5"/>
    <dgm:cxn modelId="{BC1D9B75-1FDF-3F4B-9AC6-035895E2A551}" type="presParOf" srcId="{E1ECEBA6-08AA-9A42-A10A-AB06646CF253}" destId="{FA4422DB-5A8E-714A-A969-55E5ACE1330C}" srcOrd="0" destOrd="0" presId="urn:microsoft.com/office/officeart/2005/8/layout/vList5"/>
    <dgm:cxn modelId="{40563BE0-8955-2B49-9D20-8D8258D1F082}" type="presParOf" srcId="{FA4422DB-5A8E-714A-A969-55E5ACE1330C}" destId="{A9B023BE-AACF-D24A-BAF9-9D31C62D3BDB}" srcOrd="0" destOrd="0" presId="urn:microsoft.com/office/officeart/2005/8/layout/vList5"/>
    <dgm:cxn modelId="{9EE79376-F142-8547-A821-7D9FA162EE91}" type="presParOf" srcId="{FA4422DB-5A8E-714A-A969-55E5ACE1330C}" destId="{244AF8E3-4306-3C44-925E-1B892B80DDD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B27C1F-258C-074B-BF72-E9B23DD2F97D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l-PL"/>
        </a:p>
      </dgm:t>
    </dgm:pt>
    <dgm:pt modelId="{9D4F1ED3-ED99-5F4D-B0F3-71E5C1CBB565}">
      <dgm:prSet phldrT="[Tekst]"/>
      <dgm:spPr>
        <a:solidFill>
          <a:schemeClr val="tx2"/>
        </a:solidFill>
      </dgm:spPr>
      <dgm:t>
        <a:bodyPr/>
        <a:lstStyle/>
        <a:p>
          <a:r>
            <a:rPr lang="pl-PL" dirty="0">
              <a:solidFill>
                <a:schemeClr val="bg1"/>
              </a:solidFill>
            </a:rPr>
            <a:t>Prawo własności intelektualnej</a:t>
          </a:r>
        </a:p>
      </dgm:t>
    </dgm:pt>
    <dgm:pt modelId="{B6D06F2D-BCC5-7A47-B2CE-73C45A7913C6}" type="parTrans" cxnId="{1508842B-EBC7-BF40-BC7E-324BB1707F27}">
      <dgm:prSet/>
      <dgm:spPr/>
      <dgm:t>
        <a:bodyPr/>
        <a:lstStyle/>
        <a:p>
          <a:endParaRPr lang="pl-PL"/>
        </a:p>
      </dgm:t>
    </dgm:pt>
    <dgm:pt modelId="{F700384D-33C4-FA4B-B343-46FC1E66DD49}" type="sibTrans" cxnId="{1508842B-EBC7-BF40-BC7E-324BB1707F27}">
      <dgm:prSet/>
      <dgm:spPr/>
      <dgm:t>
        <a:bodyPr/>
        <a:lstStyle/>
        <a:p>
          <a:endParaRPr lang="pl-PL"/>
        </a:p>
      </dgm:t>
    </dgm:pt>
    <dgm:pt modelId="{82C3C939-AFCC-0C49-9841-00BF289E400A}">
      <dgm:prSet phldrT="[Teks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pl-PL" dirty="0">
              <a:solidFill>
                <a:schemeClr val="bg1"/>
              </a:solidFill>
            </a:rPr>
            <a:t>Prawa autorskie</a:t>
          </a:r>
        </a:p>
      </dgm:t>
    </dgm:pt>
    <dgm:pt modelId="{B5197A66-96C3-E542-BB5D-BD900083B91B}" type="parTrans" cxnId="{D7F44668-5588-7044-9785-4BF91019D18B}">
      <dgm:prSet/>
      <dgm:spPr/>
      <dgm:t>
        <a:bodyPr/>
        <a:lstStyle/>
        <a:p>
          <a:endParaRPr lang="pl-PL"/>
        </a:p>
      </dgm:t>
    </dgm:pt>
    <dgm:pt modelId="{8987962E-2A75-9A46-BF89-68029B8160B5}" type="sibTrans" cxnId="{D7F44668-5588-7044-9785-4BF91019D18B}">
      <dgm:prSet/>
      <dgm:spPr/>
      <dgm:t>
        <a:bodyPr/>
        <a:lstStyle/>
        <a:p>
          <a:endParaRPr lang="pl-PL"/>
        </a:p>
      </dgm:t>
    </dgm:pt>
    <dgm:pt modelId="{E721607F-1F4C-0443-AB1F-2F020C44B385}">
      <dgm:prSet phldrT="[Tekst]"/>
      <dgm:spPr>
        <a:solidFill>
          <a:schemeClr val="accent4">
            <a:lumMod val="40000"/>
            <a:lumOff val="60000"/>
          </a:schemeClr>
        </a:solidFill>
      </dgm:spPr>
      <dgm:t>
        <a:bodyPr/>
        <a:lstStyle/>
        <a:p>
          <a:r>
            <a:rPr lang="pl-PL" dirty="0">
              <a:solidFill>
                <a:schemeClr val="bg1"/>
              </a:solidFill>
            </a:rPr>
            <a:t>Prawa pokrewne</a:t>
          </a:r>
        </a:p>
      </dgm:t>
    </dgm:pt>
    <dgm:pt modelId="{141FADA1-432D-A346-8FB2-18CC56823553}" type="parTrans" cxnId="{0739FC40-B788-A846-87F5-9E2178175840}">
      <dgm:prSet/>
      <dgm:spPr/>
      <dgm:t>
        <a:bodyPr/>
        <a:lstStyle/>
        <a:p>
          <a:endParaRPr lang="pl-PL"/>
        </a:p>
      </dgm:t>
    </dgm:pt>
    <dgm:pt modelId="{CDAD4B0B-92E2-274C-B6D6-5C1C4A4F4F71}" type="sibTrans" cxnId="{0739FC40-B788-A846-87F5-9E2178175840}">
      <dgm:prSet/>
      <dgm:spPr/>
      <dgm:t>
        <a:bodyPr/>
        <a:lstStyle/>
        <a:p>
          <a:endParaRPr lang="pl-PL"/>
        </a:p>
      </dgm:t>
    </dgm:pt>
    <dgm:pt modelId="{9B2F6AB3-E1A1-8E43-AAF0-3B4CB4E9C054}">
      <dgm:prSet phldrT="[Tekst]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pl-PL" dirty="0">
              <a:solidFill>
                <a:schemeClr val="bg1"/>
              </a:solidFill>
            </a:rPr>
            <a:t>Np. wynalazki, znaki towarowe, wzory przemysłowe</a:t>
          </a:r>
        </a:p>
      </dgm:t>
    </dgm:pt>
    <dgm:pt modelId="{568D1F75-DF7E-2D46-8AB1-15409728C352}" type="parTrans" cxnId="{E7C01B80-9D4F-E84C-99ED-F7367D33A097}">
      <dgm:prSet/>
      <dgm:spPr/>
      <dgm:t>
        <a:bodyPr/>
        <a:lstStyle/>
        <a:p>
          <a:endParaRPr lang="pl-PL"/>
        </a:p>
      </dgm:t>
    </dgm:pt>
    <dgm:pt modelId="{F2E56E41-F2AE-A641-8595-8163699ECB80}" type="sibTrans" cxnId="{E7C01B80-9D4F-E84C-99ED-F7367D33A097}">
      <dgm:prSet/>
      <dgm:spPr/>
      <dgm:t>
        <a:bodyPr/>
        <a:lstStyle/>
        <a:p>
          <a:endParaRPr lang="pl-PL"/>
        </a:p>
      </dgm:t>
    </dgm:pt>
    <dgm:pt modelId="{A312AA3E-ECBA-AD4B-9504-6127EF733D02}">
      <dgm:prSet phldrT="[Tekst]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pl-PL" dirty="0">
              <a:solidFill>
                <a:schemeClr val="bg1"/>
              </a:solidFill>
            </a:rPr>
            <a:t>utwory</a:t>
          </a:r>
        </a:p>
      </dgm:t>
    </dgm:pt>
    <dgm:pt modelId="{6F6DA9D0-CE35-0548-91F1-1E36612DD28A}" type="parTrans" cxnId="{C0627E63-E0E0-D548-A783-05B27A9BC355}">
      <dgm:prSet/>
      <dgm:spPr/>
      <dgm:t>
        <a:bodyPr/>
        <a:lstStyle/>
        <a:p>
          <a:endParaRPr lang="pl-PL"/>
        </a:p>
      </dgm:t>
    </dgm:pt>
    <dgm:pt modelId="{6680F34D-8E3C-264A-9A29-4F1FDF24E9DC}" type="sibTrans" cxnId="{C0627E63-E0E0-D548-A783-05B27A9BC355}">
      <dgm:prSet/>
      <dgm:spPr/>
      <dgm:t>
        <a:bodyPr/>
        <a:lstStyle/>
        <a:p>
          <a:endParaRPr lang="pl-PL"/>
        </a:p>
      </dgm:t>
    </dgm:pt>
    <dgm:pt modelId="{8D0816A8-FC9B-B04E-85CB-6D1BA5F20E8B}">
      <dgm:prSet phldrT="[Tekst]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pl-PL" dirty="0">
              <a:solidFill>
                <a:schemeClr val="bg1"/>
              </a:solidFill>
            </a:rPr>
            <a:t>Np. artystyczne wykonania, fonogramy, wideogramy</a:t>
          </a:r>
        </a:p>
      </dgm:t>
    </dgm:pt>
    <dgm:pt modelId="{6F396A52-56A1-3242-8C77-09BA6DAE5575}" type="parTrans" cxnId="{B2B72A9E-4EEC-7241-9FF5-832264B8F658}">
      <dgm:prSet/>
      <dgm:spPr/>
      <dgm:t>
        <a:bodyPr/>
        <a:lstStyle/>
        <a:p>
          <a:endParaRPr lang="pl-PL"/>
        </a:p>
      </dgm:t>
    </dgm:pt>
    <dgm:pt modelId="{0ABFDE6B-5E1B-EE48-A536-74BF004EDE8B}" type="sibTrans" cxnId="{B2B72A9E-4EEC-7241-9FF5-832264B8F658}">
      <dgm:prSet/>
      <dgm:spPr/>
      <dgm:t>
        <a:bodyPr/>
        <a:lstStyle/>
        <a:p>
          <a:endParaRPr lang="pl-PL"/>
        </a:p>
      </dgm:t>
    </dgm:pt>
    <dgm:pt modelId="{B2033460-E68B-004C-857B-1F54057ADC9E}">
      <dgm:prSet phldrT="[Tekst]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pl-PL" dirty="0">
              <a:solidFill>
                <a:schemeClr val="bg1"/>
              </a:solidFill>
            </a:rPr>
            <a:t>Prawa własności przemysłowej</a:t>
          </a:r>
        </a:p>
      </dgm:t>
    </dgm:pt>
    <dgm:pt modelId="{A9BAA304-5A36-DA4C-AD51-DD876E8904B0}" type="parTrans" cxnId="{9F49D3BA-670B-604D-A727-6401530F64F4}">
      <dgm:prSet/>
      <dgm:spPr/>
      <dgm:t>
        <a:bodyPr/>
        <a:lstStyle/>
        <a:p>
          <a:endParaRPr lang="pl-PL"/>
        </a:p>
      </dgm:t>
    </dgm:pt>
    <dgm:pt modelId="{CB05DE04-DAEB-744D-9228-DC0B1F85A7A6}" type="sibTrans" cxnId="{9F49D3BA-670B-604D-A727-6401530F64F4}">
      <dgm:prSet/>
      <dgm:spPr/>
      <dgm:t>
        <a:bodyPr/>
        <a:lstStyle/>
        <a:p>
          <a:endParaRPr lang="pl-PL"/>
        </a:p>
      </dgm:t>
    </dgm:pt>
    <dgm:pt modelId="{28D81735-D8FC-5B4A-BCCD-9DCBF0EB7039}" type="pres">
      <dgm:prSet presAssocID="{6EB27C1F-258C-074B-BF72-E9B23DD2F97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DFA7978-8751-8546-BBDB-CD64A11ECDDB}" type="pres">
      <dgm:prSet presAssocID="{9D4F1ED3-ED99-5F4D-B0F3-71E5C1CBB565}" presName="hierRoot1" presStyleCnt="0">
        <dgm:presLayoutVars>
          <dgm:hierBranch val="init"/>
        </dgm:presLayoutVars>
      </dgm:prSet>
      <dgm:spPr/>
    </dgm:pt>
    <dgm:pt modelId="{F92A2A2D-022E-A146-B7DF-2E382E92BF69}" type="pres">
      <dgm:prSet presAssocID="{9D4F1ED3-ED99-5F4D-B0F3-71E5C1CBB565}" presName="rootComposite1" presStyleCnt="0"/>
      <dgm:spPr/>
    </dgm:pt>
    <dgm:pt modelId="{9C3F6CC6-C9E1-5D4A-86F4-40C02FFE71DB}" type="pres">
      <dgm:prSet presAssocID="{9D4F1ED3-ED99-5F4D-B0F3-71E5C1CBB565}" presName="rootText1" presStyleLbl="node0" presStyleIdx="0" presStyleCnt="1" custScaleX="139081" custScaleY="147354">
        <dgm:presLayoutVars>
          <dgm:chPref val="3"/>
        </dgm:presLayoutVars>
      </dgm:prSet>
      <dgm:spPr/>
    </dgm:pt>
    <dgm:pt modelId="{70FE0316-8E98-D948-A126-DAD3A41BCAF0}" type="pres">
      <dgm:prSet presAssocID="{9D4F1ED3-ED99-5F4D-B0F3-71E5C1CBB565}" presName="rootConnector1" presStyleLbl="node1" presStyleIdx="0" presStyleCnt="0"/>
      <dgm:spPr/>
    </dgm:pt>
    <dgm:pt modelId="{6AA417E3-D4A3-FC4D-95C3-CD06BE73A45A}" type="pres">
      <dgm:prSet presAssocID="{9D4F1ED3-ED99-5F4D-B0F3-71E5C1CBB565}" presName="hierChild2" presStyleCnt="0"/>
      <dgm:spPr/>
    </dgm:pt>
    <dgm:pt modelId="{F361F7C6-403D-C840-9D46-EC69BDD8F843}" type="pres">
      <dgm:prSet presAssocID="{B5197A66-96C3-E542-BB5D-BD900083B91B}" presName="Name37" presStyleLbl="parChTrans1D2" presStyleIdx="0" presStyleCnt="3"/>
      <dgm:spPr/>
    </dgm:pt>
    <dgm:pt modelId="{33236C6F-5B38-3947-83FD-170FF733B8F8}" type="pres">
      <dgm:prSet presAssocID="{82C3C939-AFCC-0C49-9841-00BF289E400A}" presName="hierRoot2" presStyleCnt="0">
        <dgm:presLayoutVars>
          <dgm:hierBranch val="init"/>
        </dgm:presLayoutVars>
      </dgm:prSet>
      <dgm:spPr/>
    </dgm:pt>
    <dgm:pt modelId="{880C5ADE-AF00-7042-AB62-1EF5E337635F}" type="pres">
      <dgm:prSet presAssocID="{82C3C939-AFCC-0C49-9841-00BF289E400A}" presName="rootComposite" presStyleCnt="0"/>
      <dgm:spPr/>
    </dgm:pt>
    <dgm:pt modelId="{963C8B7D-DA89-CF4B-B00E-8906AE5FEB90}" type="pres">
      <dgm:prSet presAssocID="{82C3C939-AFCC-0C49-9841-00BF289E400A}" presName="rootText" presStyleLbl="node2" presStyleIdx="0" presStyleCnt="3">
        <dgm:presLayoutVars>
          <dgm:chPref val="3"/>
        </dgm:presLayoutVars>
      </dgm:prSet>
      <dgm:spPr/>
    </dgm:pt>
    <dgm:pt modelId="{56E0E24B-9B75-1E42-8992-795280A81FF8}" type="pres">
      <dgm:prSet presAssocID="{82C3C939-AFCC-0C49-9841-00BF289E400A}" presName="rootConnector" presStyleLbl="node2" presStyleIdx="0" presStyleCnt="3"/>
      <dgm:spPr/>
    </dgm:pt>
    <dgm:pt modelId="{7186D7AE-09BA-9649-900A-53080A674A66}" type="pres">
      <dgm:prSet presAssocID="{82C3C939-AFCC-0C49-9841-00BF289E400A}" presName="hierChild4" presStyleCnt="0"/>
      <dgm:spPr/>
    </dgm:pt>
    <dgm:pt modelId="{6933D1F4-6733-3F43-9A92-3699932B8481}" type="pres">
      <dgm:prSet presAssocID="{6F6DA9D0-CE35-0548-91F1-1E36612DD28A}" presName="Name37" presStyleLbl="parChTrans1D3" presStyleIdx="0" presStyleCnt="3"/>
      <dgm:spPr/>
    </dgm:pt>
    <dgm:pt modelId="{EAE750CE-BE9A-4946-801E-DECA726EFA0E}" type="pres">
      <dgm:prSet presAssocID="{A312AA3E-ECBA-AD4B-9504-6127EF733D02}" presName="hierRoot2" presStyleCnt="0">
        <dgm:presLayoutVars>
          <dgm:hierBranch val="init"/>
        </dgm:presLayoutVars>
      </dgm:prSet>
      <dgm:spPr/>
    </dgm:pt>
    <dgm:pt modelId="{84479CC1-8BB6-D548-B3A5-BA40C7A27822}" type="pres">
      <dgm:prSet presAssocID="{A312AA3E-ECBA-AD4B-9504-6127EF733D02}" presName="rootComposite" presStyleCnt="0"/>
      <dgm:spPr/>
    </dgm:pt>
    <dgm:pt modelId="{9A150953-EBF6-994E-8FF3-223B8F00185D}" type="pres">
      <dgm:prSet presAssocID="{A312AA3E-ECBA-AD4B-9504-6127EF733D02}" presName="rootText" presStyleLbl="node3" presStyleIdx="0" presStyleCnt="3" custLinFactNeighborX="-1938">
        <dgm:presLayoutVars>
          <dgm:chPref val="3"/>
        </dgm:presLayoutVars>
      </dgm:prSet>
      <dgm:spPr/>
    </dgm:pt>
    <dgm:pt modelId="{EB6F4C91-C489-EF4E-BCE8-9E01980E97F9}" type="pres">
      <dgm:prSet presAssocID="{A312AA3E-ECBA-AD4B-9504-6127EF733D02}" presName="rootConnector" presStyleLbl="node3" presStyleIdx="0" presStyleCnt="3"/>
      <dgm:spPr/>
    </dgm:pt>
    <dgm:pt modelId="{E45DDF79-FF5A-5746-8AE3-3B9501386C4B}" type="pres">
      <dgm:prSet presAssocID="{A312AA3E-ECBA-AD4B-9504-6127EF733D02}" presName="hierChild4" presStyleCnt="0"/>
      <dgm:spPr/>
    </dgm:pt>
    <dgm:pt modelId="{52C86E96-AB83-3D4F-8F35-7CBC4656302F}" type="pres">
      <dgm:prSet presAssocID="{A312AA3E-ECBA-AD4B-9504-6127EF733D02}" presName="hierChild5" presStyleCnt="0"/>
      <dgm:spPr/>
    </dgm:pt>
    <dgm:pt modelId="{7C7AE1EF-09D5-9046-83AB-3354EACBA2AC}" type="pres">
      <dgm:prSet presAssocID="{82C3C939-AFCC-0C49-9841-00BF289E400A}" presName="hierChild5" presStyleCnt="0"/>
      <dgm:spPr/>
    </dgm:pt>
    <dgm:pt modelId="{612048D3-E1D4-C448-AE76-A2A42ED784B6}" type="pres">
      <dgm:prSet presAssocID="{141FADA1-432D-A346-8FB2-18CC56823553}" presName="Name37" presStyleLbl="parChTrans1D2" presStyleIdx="1" presStyleCnt="3"/>
      <dgm:spPr/>
    </dgm:pt>
    <dgm:pt modelId="{382CDF86-D386-0B44-8BBB-80B1E6F4AE5A}" type="pres">
      <dgm:prSet presAssocID="{E721607F-1F4C-0443-AB1F-2F020C44B385}" presName="hierRoot2" presStyleCnt="0">
        <dgm:presLayoutVars>
          <dgm:hierBranch val="init"/>
        </dgm:presLayoutVars>
      </dgm:prSet>
      <dgm:spPr/>
    </dgm:pt>
    <dgm:pt modelId="{397B4E2A-192E-B24C-B870-C372E29EA59E}" type="pres">
      <dgm:prSet presAssocID="{E721607F-1F4C-0443-AB1F-2F020C44B385}" presName="rootComposite" presStyleCnt="0"/>
      <dgm:spPr/>
    </dgm:pt>
    <dgm:pt modelId="{315D52F5-C0FE-9B49-BE35-91661CA43460}" type="pres">
      <dgm:prSet presAssocID="{E721607F-1F4C-0443-AB1F-2F020C44B385}" presName="rootText" presStyleLbl="node2" presStyleIdx="1" presStyleCnt="3">
        <dgm:presLayoutVars>
          <dgm:chPref val="3"/>
        </dgm:presLayoutVars>
      </dgm:prSet>
      <dgm:spPr/>
    </dgm:pt>
    <dgm:pt modelId="{B702F2CD-C61A-E442-999C-0E55E14BD8F9}" type="pres">
      <dgm:prSet presAssocID="{E721607F-1F4C-0443-AB1F-2F020C44B385}" presName="rootConnector" presStyleLbl="node2" presStyleIdx="1" presStyleCnt="3"/>
      <dgm:spPr/>
    </dgm:pt>
    <dgm:pt modelId="{FCBF6623-8C0B-4946-8A7D-28D1949BA3EA}" type="pres">
      <dgm:prSet presAssocID="{E721607F-1F4C-0443-AB1F-2F020C44B385}" presName="hierChild4" presStyleCnt="0"/>
      <dgm:spPr/>
    </dgm:pt>
    <dgm:pt modelId="{8FA6C9FC-8400-0F49-ADC2-F3964B74791E}" type="pres">
      <dgm:prSet presAssocID="{6F396A52-56A1-3242-8C77-09BA6DAE5575}" presName="Name37" presStyleLbl="parChTrans1D3" presStyleIdx="1" presStyleCnt="3"/>
      <dgm:spPr/>
    </dgm:pt>
    <dgm:pt modelId="{F38513A2-60AD-3645-A60F-A92BC75C184B}" type="pres">
      <dgm:prSet presAssocID="{8D0816A8-FC9B-B04E-85CB-6D1BA5F20E8B}" presName="hierRoot2" presStyleCnt="0">
        <dgm:presLayoutVars>
          <dgm:hierBranch val="init"/>
        </dgm:presLayoutVars>
      </dgm:prSet>
      <dgm:spPr/>
    </dgm:pt>
    <dgm:pt modelId="{213B2A3B-82A9-F947-8BA0-5932C5770F15}" type="pres">
      <dgm:prSet presAssocID="{8D0816A8-FC9B-B04E-85CB-6D1BA5F20E8B}" presName="rootComposite" presStyleCnt="0"/>
      <dgm:spPr/>
    </dgm:pt>
    <dgm:pt modelId="{81B7F857-6153-164E-A576-93437D9F8716}" type="pres">
      <dgm:prSet presAssocID="{8D0816A8-FC9B-B04E-85CB-6D1BA5F20E8B}" presName="rootText" presStyleLbl="node3" presStyleIdx="1" presStyleCnt="3">
        <dgm:presLayoutVars>
          <dgm:chPref val="3"/>
        </dgm:presLayoutVars>
      </dgm:prSet>
      <dgm:spPr/>
    </dgm:pt>
    <dgm:pt modelId="{CBB8A22C-D138-AE45-8F23-E937D2DF0714}" type="pres">
      <dgm:prSet presAssocID="{8D0816A8-FC9B-B04E-85CB-6D1BA5F20E8B}" presName="rootConnector" presStyleLbl="node3" presStyleIdx="1" presStyleCnt="3"/>
      <dgm:spPr/>
    </dgm:pt>
    <dgm:pt modelId="{9C9A8839-CDAE-3344-9C57-AB48706D5DA5}" type="pres">
      <dgm:prSet presAssocID="{8D0816A8-FC9B-B04E-85CB-6D1BA5F20E8B}" presName="hierChild4" presStyleCnt="0"/>
      <dgm:spPr/>
    </dgm:pt>
    <dgm:pt modelId="{B778E349-90C1-9543-B909-BB61EFF8D14A}" type="pres">
      <dgm:prSet presAssocID="{8D0816A8-FC9B-B04E-85CB-6D1BA5F20E8B}" presName="hierChild5" presStyleCnt="0"/>
      <dgm:spPr/>
    </dgm:pt>
    <dgm:pt modelId="{088F3E05-B8B6-CA43-AF43-56CDBB1A8391}" type="pres">
      <dgm:prSet presAssocID="{E721607F-1F4C-0443-AB1F-2F020C44B385}" presName="hierChild5" presStyleCnt="0"/>
      <dgm:spPr/>
    </dgm:pt>
    <dgm:pt modelId="{F9914FA5-7B3A-A644-B800-27B9E9B0247E}" type="pres">
      <dgm:prSet presAssocID="{A9BAA304-5A36-DA4C-AD51-DD876E8904B0}" presName="Name37" presStyleLbl="parChTrans1D2" presStyleIdx="2" presStyleCnt="3"/>
      <dgm:spPr/>
    </dgm:pt>
    <dgm:pt modelId="{39F70B37-4BD1-204B-AD02-8D40824ED9CB}" type="pres">
      <dgm:prSet presAssocID="{B2033460-E68B-004C-857B-1F54057ADC9E}" presName="hierRoot2" presStyleCnt="0">
        <dgm:presLayoutVars>
          <dgm:hierBranch val="init"/>
        </dgm:presLayoutVars>
      </dgm:prSet>
      <dgm:spPr/>
    </dgm:pt>
    <dgm:pt modelId="{C3536ED0-F4AC-7F40-B6E9-AB0A7C8AA4B8}" type="pres">
      <dgm:prSet presAssocID="{B2033460-E68B-004C-857B-1F54057ADC9E}" presName="rootComposite" presStyleCnt="0"/>
      <dgm:spPr/>
    </dgm:pt>
    <dgm:pt modelId="{D6F20090-842D-1249-B26B-0ECBE556B9D9}" type="pres">
      <dgm:prSet presAssocID="{B2033460-E68B-004C-857B-1F54057ADC9E}" presName="rootText" presStyleLbl="node2" presStyleIdx="2" presStyleCnt="3">
        <dgm:presLayoutVars>
          <dgm:chPref val="3"/>
        </dgm:presLayoutVars>
      </dgm:prSet>
      <dgm:spPr/>
    </dgm:pt>
    <dgm:pt modelId="{47880E78-4256-0646-9864-B5EE87786EDB}" type="pres">
      <dgm:prSet presAssocID="{B2033460-E68B-004C-857B-1F54057ADC9E}" presName="rootConnector" presStyleLbl="node2" presStyleIdx="2" presStyleCnt="3"/>
      <dgm:spPr/>
    </dgm:pt>
    <dgm:pt modelId="{61E87D7C-DDF6-704D-B739-4140A55E1374}" type="pres">
      <dgm:prSet presAssocID="{B2033460-E68B-004C-857B-1F54057ADC9E}" presName="hierChild4" presStyleCnt="0"/>
      <dgm:spPr/>
    </dgm:pt>
    <dgm:pt modelId="{87044C18-DD99-F941-AA65-9B1658B5B902}" type="pres">
      <dgm:prSet presAssocID="{568D1F75-DF7E-2D46-8AB1-15409728C352}" presName="Name37" presStyleLbl="parChTrans1D3" presStyleIdx="2" presStyleCnt="3"/>
      <dgm:spPr/>
    </dgm:pt>
    <dgm:pt modelId="{9F4D7B96-1B21-BF4C-886C-CC90FD59A6B8}" type="pres">
      <dgm:prSet presAssocID="{9B2F6AB3-E1A1-8E43-AAF0-3B4CB4E9C054}" presName="hierRoot2" presStyleCnt="0">
        <dgm:presLayoutVars>
          <dgm:hierBranch val="init"/>
        </dgm:presLayoutVars>
      </dgm:prSet>
      <dgm:spPr/>
    </dgm:pt>
    <dgm:pt modelId="{65A0F337-79D9-AF43-9954-856BB4885CE0}" type="pres">
      <dgm:prSet presAssocID="{9B2F6AB3-E1A1-8E43-AAF0-3B4CB4E9C054}" presName="rootComposite" presStyleCnt="0"/>
      <dgm:spPr/>
    </dgm:pt>
    <dgm:pt modelId="{BB767135-BF12-2F48-9F1F-1C9BE6E99893}" type="pres">
      <dgm:prSet presAssocID="{9B2F6AB3-E1A1-8E43-AAF0-3B4CB4E9C054}" presName="rootText" presStyleLbl="node3" presStyleIdx="2" presStyleCnt="3">
        <dgm:presLayoutVars>
          <dgm:chPref val="3"/>
        </dgm:presLayoutVars>
      </dgm:prSet>
      <dgm:spPr/>
    </dgm:pt>
    <dgm:pt modelId="{934AE13D-5B91-7A4D-9854-5779103817B5}" type="pres">
      <dgm:prSet presAssocID="{9B2F6AB3-E1A1-8E43-AAF0-3B4CB4E9C054}" presName="rootConnector" presStyleLbl="node3" presStyleIdx="2" presStyleCnt="3"/>
      <dgm:spPr/>
    </dgm:pt>
    <dgm:pt modelId="{FB2003C6-588C-8D47-86D3-7BA7FEAEC9F7}" type="pres">
      <dgm:prSet presAssocID="{9B2F6AB3-E1A1-8E43-AAF0-3B4CB4E9C054}" presName="hierChild4" presStyleCnt="0"/>
      <dgm:spPr/>
    </dgm:pt>
    <dgm:pt modelId="{EB723C8A-0702-C446-A3CF-2C14D7CE3331}" type="pres">
      <dgm:prSet presAssocID="{9B2F6AB3-E1A1-8E43-AAF0-3B4CB4E9C054}" presName="hierChild5" presStyleCnt="0"/>
      <dgm:spPr/>
    </dgm:pt>
    <dgm:pt modelId="{60959441-FD8D-A449-8D5C-2D2F8F7C1466}" type="pres">
      <dgm:prSet presAssocID="{B2033460-E68B-004C-857B-1F54057ADC9E}" presName="hierChild5" presStyleCnt="0"/>
      <dgm:spPr/>
    </dgm:pt>
    <dgm:pt modelId="{DD6672D5-F001-4C42-AB19-E4F5EF049920}" type="pres">
      <dgm:prSet presAssocID="{9D4F1ED3-ED99-5F4D-B0F3-71E5C1CBB565}" presName="hierChild3" presStyleCnt="0"/>
      <dgm:spPr/>
    </dgm:pt>
  </dgm:ptLst>
  <dgm:cxnLst>
    <dgm:cxn modelId="{3DD00F14-B096-D84B-B275-730BFACBC762}" type="presOf" srcId="{568D1F75-DF7E-2D46-8AB1-15409728C352}" destId="{87044C18-DD99-F941-AA65-9B1658B5B902}" srcOrd="0" destOrd="0" presId="urn:microsoft.com/office/officeart/2005/8/layout/orgChart1"/>
    <dgm:cxn modelId="{1508842B-EBC7-BF40-BC7E-324BB1707F27}" srcId="{6EB27C1F-258C-074B-BF72-E9B23DD2F97D}" destId="{9D4F1ED3-ED99-5F4D-B0F3-71E5C1CBB565}" srcOrd="0" destOrd="0" parTransId="{B6D06F2D-BCC5-7A47-B2CE-73C45A7913C6}" sibTransId="{F700384D-33C4-FA4B-B343-46FC1E66DD49}"/>
    <dgm:cxn modelId="{03D41E2D-005F-EE42-ABA4-0A8FE508FCE4}" type="presOf" srcId="{B5197A66-96C3-E542-BB5D-BD900083B91B}" destId="{F361F7C6-403D-C840-9D46-EC69BDD8F843}" srcOrd="0" destOrd="0" presId="urn:microsoft.com/office/officeart/2005/8/layout/orgChart1"/>
    <dgm:cxn modelId="{639DEA3A-C0BC-DA43-8018-B78F56881C51}" type="presOf" srcId="{9B2F6AB3-E1A1-8E43-AAF0-3B4CB4E9C054}" destId="{934AE13D-5B91-7A4D-9854-5779103817B5}" srcOrd="1" destOrd="0" presId="urn:microsoft.com/office/officeart/2005/8/layout/orgChart1"/>
    <dgm:cxn modelId="{75D00C3E-5485-364F-834D-83EBF4D683F7}" type="presOf" srcId="{6F6DA9D0-CE35-0548-91F1-1E36612DD28A}" destId="{6933D1F4-6733-3F43-9A92-3699932B8481}" srcOrd="0" destOrd="0" presId="urn:microsoft.com/office/officeart/2005/8/layout/orgChart1"/>
    <dgm:cxn modelId="{0739FC40-B788-A846-87F5-9E2178175840}" srcId="{9D4F1ED3-ED99-5F4D-B0F3-71E5C1CBB565}" destId="{E721607F-1F4C-0443-AB1F-2F020C44B385}" srcOrd="1" destOrd="0" parTransId="{141FADA1-432D-A346-8FB2-18CC56823553}" sibTransId="{CDAD4B0B-92E2-274C-B6D6-5C1C4A4F4F71}"/>
    <dgm:cxn modelId="{4772884A-E418-B842-AA32-2BA2B809FD6D}" type="presOf" srcId="{8D0816A8-FC9B-B04E-85CB-6D1BA5F20E8B}" destId="{CBB8A22C-D138-AE45-8F23-E937D2DF0714}" srcOrd="1" destOrd="0" presId="urn:microsoft.com/office/officeart/2005/8/layout/orgChart1"/>
    <dgm:cxn modelId="{42291154-462B-3943-B004-8F3E604A0FA3}" type="presOf" srcId="{6F396A52-56A1-3242-8C77-09BA6DAE5575}" destId="{8FA6C9FC-8400-0F49-ADC2-F3964B74791E}" srcOrd="0" destOrd="0" presId="urn:microsoft.com/office/officeart/2005/8/layout/orgChart1"/>
    <dgm:cxn modelId="{C0627E63-E0E0-D548-A783-05B27A9BC355}" srcId="{82C3C939-AFCC-0C49-9841-00BF289E400A}" destId="{A312AA3E-ECBA-AD4B-9504-6127EF733D02}" srcOrd="0" destOrd="0" parTransId="{6F6DA9D0-CE35-0548-91F1-1E36612DD28A}" sibTransId="{6680F34D-8E3C-264A-9A29-4F1FDF24E9DC}"/>
    <dgm:cxn modelId="{CD9B4766-6265-6D41-BBED-DA863E250AF7}" type="presOf" srcId="{9D4F1ED3-ED99-5F4D-B0F3-71E5C1CBB565}" destId="{9C3F6CC6-C9E1-5D4A-86F4-40C02FFE71DB}" srcOrd="0" destOrd="0" presId="urn:microsoft.com/office/officeart/2005/8/layout/orgChart1"/>
    <dgm:cxn modelId="{D7F44668-5588-7044-9785-4BF91019D18B}" srcId="{9D4F1ED3-ED99-5F4D-B0F3-71E5C1CBB565}" destId="{82C3C939-AFCC-0C49-9841-00BF289E400A}" srcOrd="0" destOrd="0" parTransId="{B5197A66-96C3-E542-BB5D-BD900083B91B}" sibTransId="{8987962E-2A75-9A46-BF89-68029B8160B5}"/>
    <dgm:cxn modelId="{B1CF437C-787E-5F40-AAD0-CE8D1C9E0D42}" type="presOf" srcId="{A312AA3E-ECBA-AD4B-9504-6127EF733D02}" destId="{9A150953-EBF6-994E-8FF3-223B8F00185D}" srcOrd="0" destOrd="0" presId="urn:microsoft.com/office/officeart/2005/8/layout/orgChart1"/>
    <dgm:cxn modelId="{E7C01B80-9D4F-E84C-99ED-F7367D33A097}" srcId="{B2033460-E68B-004C-857B-1F54057ADC9E}" destId="{9B2F6AB3-E1A1-8E43-AAF0-3B4CB4E9C054}" srcOrd="0" destOrd="0" parTransId="{568D1F75-DF7E-2D46-8AB1-15409728C352}" sibTransId="{F2E56E41-F2AE-A641-8595-8163699ECB80}"/>
    <dgm:cxn modelId="{62A9FA82-A902-5345-9749-C567522028E8}" type="presOf" srcId="{B2033460-E68B-004C-857B-1F54057ADC9E}" destId="{D6F20090-842D-1249-B26B-0ECBE556B9D9}" srcOrd="0" destOrd="0" presId="urn:microsoft.com/office/officeart/2005/8/layout/orgChart1"/>
    <dgm:cxn modelId="{B2B72A9E-4EEC-7241-9FF5-832264B8F658}" srcId="{E721607F-1F4C-0443-AB1F-2F020C44B385}" destId="{8D0816A8-FC9B-B04E-85CB-6D1BA5F20E8B}" srcOrd="0" destOrd="0" parTransId="{6F396A52-56A1-3242-8C77-09BA6DAE5575}" sibTransId="{0ABFDE6B-5E1B-EE48-A536-74BF004EDE8B}"/>
    <dgm:cxn modelId="{CCC8A19E-D33D-554A-98EE-0F639CF04383}" type="presOf" srcId="{6EB27C1F-258C-074B-BF72-E9B23DD2F97D}" destId="{28D81735-D8FC-5B4A-BCCD-9DCBF0EB7039}" srcOrd="0" destOrd="0" presId="urn:microsoft.com/office/officeart/2005/8/layout/orgChart1"/>
    <dgm:cxn modelId="{A23951BA-51AA-CF43-8F23-46726BDC8536}" type="presOf" srcId="{9B2F6AB3-E1A1-8E43-AAF0-3B4CB4E9C054}" destId="{BB767135-BF12-2F48-9F1F-1C9BE6E99893}" srcOrd="0" destOrd="0" presId="urn:microsoft.com/office/officeart/2005/8/layout/orgChart1"/>
    <dgm:cxn modelId="{9F49D3BA-670B-604D-A727-6401530F64F4}" srcId="{9D4F1ED3-ED99-5F4D-B0F3-71E5C1CBB565}" destId="{B2033460-E68B-004C-857B-1F54057ADC9E}" srcOrd="2" destOrd="0" parTransId="{A9BAA304-5A36-DA4C-AD51-DD876E8904B0}" sibTransId="{CB05DE04-DAEB-744D-9228-DC0B1F85A7A6}"/>
    <dgm:cxn modelId="{61E8F9CD-0AB6-CF42-A632-D193B9C23FA4}" type="presOf" srcId="{E721607F-1F4C-0443-AB1F-2F020C44B385}" destId="{315D52F5-C0FE-9B49-BE35-91661CA43460}" srcOrd="0" destOrd="0" presId="urn:microsoft.com/office/officeart/2005/8/layout/orgChart1"/>
    <dgm:cxn modelId="{444C93CE-F5AF-DD44-A0ED-678B5CC9199A}" type="presOf" srcId="{82C3C939-AFCC-0C49-9841-00BF289E400A}" destId="{963C8B7D-DA89-CF4B-B00E-8906AE5FEB90}" srcOrd="0" destOrd="0" presId="urn:microsoft.com/office/officeart/2005/8/layout/orgChart1"/>
    <dgm:cxn modelId="{433488D5-D3B8-8940-BE1B-63791DDFFBA3}" type="presOf" srcId="{A9BAA304-5A36-DA4C-AD51-DD876E8904B0}" destId="{F9914FA5-7B3A-A644-B800-27B9E9B0247E}" srcOrd="0" destOrd="0" presId="urn:microsoft.com/office/officeart/2005/8/layout/orgChart1"/>
    <dgm:cxn modelId="{F6D119E1-2215-A94E-8891-9687F042FF91}" type="presOf" srcId="{8D0816A8-FC9B-B04E-85CB-6D1BA5F20E8B}" destId="{81B7F857-6153-164E-A576-93437D9F8716}" srcOrd="0" destOrd="0" presId="urn:microsoft.com/office/officeart/2005/8/layout/orgChart1"/>
    <dgm:cxn modelId="{B7853AE6-7DEF-B34A-A68D-02FA9BB4E5CA}" type="presOf" srcId="{141FADA1-432D-A346-8FB2-18CC56823553}" destId="{612048D3-E1D4-C448-AE76-A2A42ED784B6}" srcOrd="0" destOrd="0" presId="urn:microsoft.com/office/officeart/2005/8/layout/orgChart1"/>
    <dgm:cxn modelId="{8BE5DAE9-A6B6-3E4C-B6A7-48E32E541C1F}" type="presOf" srcId="{A312AA3E-ECBA-AD4B-9504-6127EF733D02}" destId="{EB6F4C91-C489-EF4E-BCE8-9E01980E97F9}" srcOrd="1" destOrd="0" presId="urn:microsoft.com/office/officeart/2005/8/layout/orgChart1"/>
    <dgm:cxn modelId="{7DDFA1EE-AD96-024C-AC25-D841EA2D7762}" type="presOf" srcId="{E721607F-1F4C-0443-AB1F-2F020C44B385}" destId="{B702F2CD-C61A-E442-999C-0E55E14BD8F9}" srcOrd="1" destOrd="0" presId="urn:microsoft.com/office/officeart/2005/8/layout/orgChart1"/>
    <dgm:cxn modelId="{170CCAF1-E8B3-FB41-A737-CF44BEB8A617}" type="presOf" srcId="{82C3C939-AFCC-0C49-9841-00BF289E400A}" destId="{56E0E24B-9B75-1E42-8992-795280A81FF8}" srcOrd="1" destOrd="0" presId="urn:microsoft.com/office/officeart/2005/8/layout/orgChart1"/>
    <dgm:cxn modelId="{AA79BBF8-A871-9240-942C-DAD4B9B8E183}" type="presOf" srcId="{B2033460-E68B-004C-857B-1F54057ADC9E}" destId="{47880E78-4256-0646-9864-B5EE87786EDB}" srcOrd="1" destOrd="0" presId="urn:microsoft.com/office/officeart/2005/8/layout/orgChart1"/>
    <dgm:cxn modelId="{AFF202FF-ECB7-4E4E-95D6-0F1A3E4509A4}" type="presOf" srcId="{9D4F1ED3-ED99-5F4D-B0F3-71E5C1CBB565}" destId="{70FE0316-8E98-D948-A126-DAD3A41BCAF0}" srcOrd="1" destOrd="0" presId="urn:microsoft.com/office/officeart/2005/8/layout/orgChart1"/>
    <dgm:cxn modelId="{1E08C53D-D1DB-6040-9557-CFB0C1D75E42}" type="presParOf" srcId="{28D81735-D8FC-5B4A-BCCD-9DCBF0EB7039}" destId="{5DFA7978-8751-8546-BBDB-CD64A11ECDDB}" srcOrd="0" destOrd="0" presId="urn:microsoft.com/office/officeart/2005/8/layout/orgChart1"/>
    <dgm:cxn modelId="{50ABDCED-BE5C-F446-970D-14C1445A3B97}" type="presParOf" srcId="{5DFA7978-8751-8546-BBDB-CD64A11ECDDB}" destId="{F92A2A2D-022E-A146-B7DF-2E382E92BF69}" srcOrd="0" destOrd="0" presId="urn:microsoft.com/office/officeart/2005/8/layout/orgChart1"/>
    <dgm:cxn modelId="{538C851D-2E30-404E-AD21-40B683A0CF7A}" type="presParOf" srcId="{F92A2A2D-022E-A146-B7DF-2E382E92BF69}" destId="{9C3F6CC6-C9E1-5D4A-86F4-40C02FFE71DB}" srcOrd="0" destOrd="0" presId="urn:microsoft.com/office/officeart/2005/8/layout/orgChart1"/>
    <dgm:cxn modelId="{F0290D77-2978-4D43-BA1B-E2C08D5F32F1}" type="presParOf" srcId="{F92A2A2D-022E-A146-B7DF-2E382E92BF69}" destId="{70FE0316-8E98-D948-A126-DAD3A41BCAF0}" srcOrd="1" destOrd="0" presId="urn:microsoft.com/office/officeart/2005/8/layout/orgChart1"/>
    <dgm:cxn modelId="{DC33EE24-C29B-0B4A-82A3-8956C6DEEA82}" type="presParOf" srcId="{5DFA7978-8751-8546-BBDB-CD64A11ECDDB}" destId="{6AA417E3-D4A3-FC4D-95C3-CD06BE73A45A}" srcOrd="1" destOrd="0" presId="urn:microsoft.com/office/officeart/2005/8/layout/orgChart1"/>
    <dgm:cxn modelId="{C77A3333-F871-DE4B-9F17-9CCB9C58A2AE}" type="presParOf" srcId="{6AA417E3-D4A3-FC4D-95C3-CD06BE73A45A}" destId="{F361F7C6-403D-C840-9D46-EC69BDD8F843}" srcOrd="0" destOrd="0" presId="urn:microsoft.com/office/officeart/2005/8/layout/orgChart1"/>
    <dgm:cxn modelId="{0AD7F866-8189-3548-8AFC-16D8A2567474}" type="presParOf" srcId="{6AA417E3-D4A3-FC4D-95C3-CD06BE73A45A}" destId="{33236C6F-5B38-3947-83FD-170FF733B8F8}" srcOrd="1" destOrd="0" presId="urn:microsoft.com/office/officeart/2005/8/layout/orgChart1"/>
    <dgm:cxn modelId="{69A830FE-63A4-0343-A8EB-97D384E4F3FF}" type="presParOf" srcId="{33236C6F-5B38-3947-83FD-170FF733B8F8}" destId="{880C5ADE-AF00-7042-AB62-1EF5E337635F}" srcOrd="0" destOrd="0" presId="urn:microsoft.com/office/officeart/2005/8/layout/orgChart1"/>
    <dgm:cxn modelId="{73B588F6-5AE4-9E42-9E1E-933B85A1ECCB}" type="presParOf" srcId="{880C5ADE-AF00-7042-AB62-1EF5E337635F}" destId="{963C8B7D-DA89-CF4B-B00E-8906AE5FEB90}" srcOrd="0" destOrd="0" presId="urn:microsoft.com/office/officeart/2005/8/layout/orgChart1"/>
    <dgm:cxn modelId="{C155B950-3C75-7149-A51B-DF7DBE8F0BC5}" type="presParOf" srcId="{880C5ADE-AF00-7042-AB62-1EF5E337635F}" destId="{56E0E24B-9B75-1E42-8992-795280A81FF8}" srcOrd="1" destOrd="0" presId="urn:microsoft.com/office/officeart/2005/8/layout/orgChart1"/>
    <dgm:cxn modelId="{AD7E0054-03DC-5549-AFD5-65550B3977D5}" type="presParOf" srcId="{33236C6F-5B38-3947-83FD-170FF733B8F8}" destId="{7186D7AE-09BA-9649-900A-53080A674A66}" srcOrd="1" destOrd="0" presId="urn:microsoft.com/office/officeart/2005/8/layout/orgChart1"/>
    <dgm:cxn modelId="{F2BEA3FB-FC1B-D940-AC7B-8E30E893C5A8}" type="presParOf" srcId="{7186D7AE-09BA-9649-900A-53080A674A66}" destId="{6933D1F4-6733-3F43-9A92-3699932B8481}" srcOrd="0" destOrd="0" presId="urn:microsoft.com/office/officeart/2005/8/layout/orgChart1"/>
    <dgm:cxn modelId="{5A2AA0C2-E162-FA4A-AF14-A2758C96DA8F}" type="presParOf" srcId="{7186D7AE-09BA-9649-900A-53080A674A66}" destId="{EAE750CE-BE9A-4946-801E-DECA726EFA0E}" srcOrd="1" destOrd="0" presId="urn:microsoft.com/office/officeart/2005/8/layout/orgChart1"/>
    <dgm:cxn modelId="{818DFAAC-8FA5-964B-B49E-A638F4CFB873}" type="presParOf" srcId="{EAE750CE-BE9A-4946-801E-DECA726EFA0E}" destId="{84479CC1-8BB6-D548-B3A5-BA40C7A27822}" srcOrd="0" destOrd="0" presId="urn:microsoft.com/office/officeart/2005/8/layout/orgChart1"/>
    <dgm:cxn modelId="{BD23C85E-2F26-A24A-8CA8-B03880DBF86A}" type="presParOf" srcId="{84479CC1-8BB6-D548-B3A5-BA40C7A27822}" destId="{9A150953-EBF6-994E-8FF3-223B8F00185D}" srcOrd="0" destOrd="0" presId="urn:microsoft.com/office/officeart/2005/8/layout/orgChart1"/>
    <dgm:cxn modelId="{717DC639-BC80-F147-9DB3-6775FBE27713}" type="presParOf" srcId="{84479CC1-8BB6-D548-B3A5-BA40C7A27822}" destId="{EB6F4C91-C489-EF4E-BCE8-9E01980E97F9}" srcOrd="1" destOrd="0" presId="urn:microsoft.com/office/officeart/2005/8/layout/orgChart1"/>
    <dgm:cxn modelId="{60C9507B-E09A-6747-9BEF-4C98E8438704}" type="presParOf" srcId="{EAE750CE-BE9A-4946-801E-DECA726EFA0E}" destId="{E45DDF79-FF5A-5746-8AE3-3B9501386C4B}" srcOrd="1" destOrd="0" presId="urn:microsoft.com/office/officeart/2005/8/layout/orgChart1"/>
    <dgm:cxn modelId="{0D73A407-AEC6-7E42-8350-3D1A62966EC9}" type="presParOf" srcId="{EAE750CE-BE9A-4946-801E-DECA726EFA0E}" destId="{52C86E96-AB83-3D4F-8F35-7CBC4656302F}" srcOrd="2" destOrd="0" presId="urn:microsoft.com/office/officeart/2005/8/layout/orgChart1"/>
    <dgm:cxn modelId="{EE88146D-99E1-B742-AE8A-64C052FA246F}" type="presParOf" srcId="{33236C6F-5B38-3947-83FD-170FF733B8F8}" destId="{7C7AE1EF-09D5-9046-83AB-3354EACBA2AC}" srcOrd="2" destOrd="0" presId="urn:microsoft.com/office/officeart/2005/8/layout/orgChart1"/>
    <dgm:cxn modelId="{A55AA6F4-4502-0946-B454-C249B8B298BD}" type="presParOf" srcId="{6AA417E3-D4A3-FC4D-95C3-CD06BE73A45A}" destId="{612048D3-E1D4-C448-AE76-A2A42ED784B6}" srcOrd="2" destOrd="0" presId="urn:microsoft.com/office/officeart/2005/8/layout/orgChart1"/>
    <dgm:cxn modelId="{712877F7-7BDE-0E4F-9E46-E1558F008265}" type="presParOf" srcId="{6AA417E3-D4A3-FC4D-95C3-CD06BE73A45A}" destId="{382CDF86-D386-0B44-8BBB-80B1E6F4AE5A}" srcOrd="3" destOrd="0" presId="urn:microsoft.com/office/officeart/2005/8/layout/orgChart1"/>
    <dgm:cxn modelId="{3E3AE41B-F3E0-7448-AFA6-42532DC92AD6}" type="presParOf" srcId="{382CDF86-D386-0B44-8BBB-80B1E6F4AE5A}" destId="{397B4E2A-192E-B24C-B870-C372E29EA59E}" srcOrd="0" destOrd="0" presId="urn:microsoft.com/office/officeart/2005/8/layout/orgChart1"/>
    <dgm:cxn modelId="{54F96C9A-D1E7-F448-84AC-51ED247BE9ED}" type="presParOf" srcId="{397B4E2A-192E-B24C-B870-C372E29EA59E}" destId="{315D52F5-C0FE-9B49-BE35-91661CA43460}" srcOrd="0" destOrd="0" presId="urn:microsoft.com/office/officeart/2005/8/layout/orgChart1"/>
    <dgm:cxn modelId="{291C2B93-E243-374B-B274-98CC10EBF8F7}" type="presParOf" srcId="{397B4E2A-192E-B24C-B870-C372E29EA59E}" destId="{B702F2CD-C61A-E442-999C-0E55E14BD8F9}" srcOrd="1" destOrd="0" presId="urn:microsoft.com/office/officeart/2005/8/layout/orgChart1"/>
    <dgm:cxn modelId="{A258ADFB-D1C9-B34E-B76D-55EB0BF2549A}" type="presParOf" srcId="{382CDF86-D386-0B44-8BBB-80B1E6F4AE5A}" destId="{FCBF6623-8C0B-4946-8A7D-28D1949BA3EA}" srcOrd="1" destOrd="0" presId="urn:microsoft.com/office/officeart/2005/8/layout/orgChart1"/>
    <dgm:cxn modelId="{19911C72-22D8-D54E-974F-E72F5B5CB81A}" type="presParOf" srcId="{FCBF6623-8C0B-4946-8A7D-28D1949BA3EA}" destId="{8FA6C9FC-8400-0F49-ADC2-F3964B74791E}" srcOrd="0" destOrd="0" presId="urn:microsoft.com/office/officeart/2005/8/layout/orgChart1"/>
    <dgm:cxn modelId="{F7B68384-C67B-9740-A9B6-AD151AC255E1}" type="presParOf" srcId="{FCBF6623-8C0B-4946-8A7D-28D1949BA3EA}" destId="{F38513A2-60AD-3645-A60F-A92BC75C184B}" srcOrd="1" destOrd="0" presId="urn:microsoft.com/office/officeart/2005/8/layout/orgChart1"/>
    <dgm:cxn modelId="{7C0E1D07-8BC4-684E-A48B-18C6D603242F}" type="presParOf" srcId="{F38513A2-60AD-3645-A60F-A92BC75C184B}" destId="{213B2A3B-82A9-F947-8BA0-5932C5770F15}" srcOrd="0" destOrd="0" presId="urn:microsoft.com/office/officeart/2005/8/layout/orgChart1"/>
    <dgm:cxn modelId="{4FFD6B2C-094B-244E-8F67-4C7A2B9937E7}" type="presParOf" srcId="{213B2A3B-82A9-F947-8BA0-5932C5770F15}" destId="{81B7F857-6153-164E-A576-93437D9F8716}" srcOrd="0" destOrd="0" presId="urn:microsoft.com/office/officeart/2005/8/layout/orgChart1"/>
    <dgm:cxn modelId="{233D4FA9-79EF-B24B-A55D-A0D4BA785258}" type="presParOf" srcId="{213B2A3B-82A9-F947-8BA0-5932C5770F15}" destId="{CBB8A22C-D138-AE45-8F23-E937D2DF0714}" srcOrd="1" destOrd="0" presId="urn:microsoft.com/office/officeart/2005/8/layout/orgChart1"/>
    <dgm:cxn modelId="{B3BB01CF-3DE3-F047-9F73-E99B4EAC79E8}" type="presParOf" srcId="{F38513A2-60AD-3645-A60F-A92BC75C184B}" destId="{9C9A8839-CDAE-3344-9C57-AB48706D5DA5}" srcOrd="1" destOrd="0" presId="urn:microsoft.com/office/officeart/2005/8/layout/orgChart1"/>
    <dgm:cxn modelId="{AA57B252-E186-3449-B439-AB520FF553B2}" type="presParOf" srcId="{F38513A2-60AD-3645-A60F-A92BC75C184B}" destId="{B778E349-90C1-9543-B909-BB61EFF8D14A}" srcOrd="2" destOrd="0" presId="urn:microsoft.com/office/officeart/2005/8/layout/orgChart1"/>
    <dgm:cxn modelId="{5482284A-A60B-0A43-96F7-0E0036EA972B}" type="presParOf" srcId="{382CDF86-D386-0B44-8BBB-80B1E6F4AE5A}" destId="{088F3E05-B8B6-CA43-AF43-56CDBB1A8391}" srcOrd="2" destOrd="0" presId="urn:microsoft.com/office/officeart/2005/8/layout/orgChart1"/>
    <dgm:cxn modelId="{D4B0491A-9EB7-FB4C-A055-B50A8BD48B07}" type="presParOf" srcId="{6AA417E3-D4A3-FC4D-95C3-CD06BE73A45A}" destId="{F9914FA5-7B3A-A644-B800-27B9E9B0247E}" srcOrd="4" destOrd="0" presId="urn:microsoft.com/office/officeart/2005/8/layout/orgChart1"/>
    <dgm:cxn modelId="{B059FD8B-5277-E44E-97CB-5B33D1458E21}" type="presParOf" srcId="{6AA417E3-D4A3-FC4D-95C3-CD06BE73A45A}" destId="{39F70B37-4BD1-204B-AD02-8D40824ED9CB}" srcOrd="5" destOrd="0" presId="urn:microsoft.com/office/officeart/2005/8/layout/orgChart1"/>
    <dgm:cxn modelId="{5CE92EDA-1F31-F346-9676-F0762AFF346D}" type="presParOf" srcId="{39F70B37-4BD1-204B-AD02-8D40824ED9CB}" destId="{C3536ED0-F4AC-7F40-B6E9-AB0A7C8AA4B8}" srcOrd="0" destOrd="0" presId="urn:microsoft.com/office/officeart/2005/8/layout/orgChart1"/>
    <dgm:cxn modelId="{65B46A92-F3DF-584F-B1F1-44B434FB8501}" type="presParOf" srcId="{C3536ED0-F4AC-7F40-B6E9-AB0A7C8AA4B8}" destId="{D6F20090-842D-1249-B26B-0ECBE556B9D9}" srcOrd="0" destOrd="0" presId="urn:microsoft.com/office/officeart/2005/8/layout/orgChart1"/>
    <dgm:cxn modelId="{54A46F20-D12C-734C-9ECE-5E4DF3CC943F}" type="presParOf" srcId="{C3536ED0-F4AC-7F40-B6E9-AB0A7C8AA4B8}" destId="{47880E78-4256-0646-9864-B5EE87786EDB}" srcOrd="1" destOrd="0" presId="urn:microsoft.com/office/officeart/2005/8/layout/orgChart1"/>
    <dgm:cxn modelId="{34629CCA-417F-014D-8879-36EDA11F6C87}" type="presParOf" srcId="{39F70B37-4BD1-204B-AD02-8D40824ED9CB}" destId="{61E87D7C-DDF6-704D-B739-4140A55E1374}" srcOrd="1" destOrd="0" presId="urn:microsoft.com/office/officeart/2005/8/layout/orgChart1"/>
    <dgm:cxn modelId="{9B1957CA-5DC2-9C49-B701-4DD0566C0CBC}" type="presParOf" srcId="{61E87D7C-DDF6-704D-B739-4140A55E1374}" destId="{87044C18-DD99-F941-AA65-9B1658B5B902}" srcOrd="0" destOrd="0" presId="urn:microsoft.com/office/officeart/2005/8/layout/orgChart1"/>
    <dgm:cxn modelId="{64129B85-7599-FC4E-BF0E-3C8FCB425DFA}" type="presParOf" srcId="{61E87D7C-DDF6-704D-B739-4140A55E1374}" destId="{9F4D7B96-1B21-BF4C-886C-CC90FD59A6B8}" srcOrd="1" destOrd="0" presId="urn:microsoft.com/office/officeart/2005/8/layout/orgChart1"/>
    <dgm:cxn modelId="{0492ED1F-2D18-7442-B148-0B954A1FF124}" type="presParOf" srcId="{9F4D7B96-1B21-BF4C-886C-CC90FD59A6B8}" destId="{65A0F337-79D9-AF43-9954-856BB4885CE0}" srcOrd="0" destOrd="0" presId="urn:microsoft.com/office/officeart/2005/8/layout/orgChart1"/>
    <dgm:cxn modelId="{6303984A-AB19-D54E-9AA4-6A2462994F06}" type="presParOf" srcId="{65A0F337-79D9-AF43-9954-856BB4885CE0}" destId="{BB767135-BF12-2F48-9F1F-1C9BE6E99893}" srcOrd="0" destOrd="0" presId="urn:microsoft.com/office/officeart/2005/8/layout/orgChart1"/>
    <dgm:cxn modelId="{1C2C2A32-B347-A342-ACE8-E125A2B7F371}" type="presParOf" srcId="{65A0F337-79D9-AF43-9954-856BB4885CE0}" destId="{934AE13D-5B91-7A4D-9854-5779103817B5}" srcOrd="1" destOrd="0" presId="urn:microsoft.com/office/officeart/2005/8/layout/orgChart1"/>
    <dgm:cxn modelId="{E96477D9-A2A1-E948-8121-1D6E6CF7D85E}" type="presParOf" srcId="{9F4D7B96-1B21-BF4C-886C-CC90FD59A6B8}" destId="{FB2003C6-588C-8D47-86D3-7BA7FEAEC9F7}" srcOrd="1" destOrd="0" presId="urn:microsoft.com/office/officeart/2005/8/layout/orgChart1"/>
    <dgm:cxn modelId="{F8DE4D3D-F62D-9747-A68D-0C15AF6B0212}" type="presParOf" srcId="{9F4D7B96-1B21-BF4C-886C-CC90FD59A6B8}" destId="{EB723C8A-0702-C446-A3CF-2C14D7CE3331}" srcOrd="2" destOrd="0" presId="urn:microsoft.com/office/officeart/2005/8/layout/orgChart1"/>
    <dgm:cxn modelId="{3795E8FE-0F53-2E46-861E-E9B13DA7379D}" type="presParOf" srcId="{39F70B37-4BD1-204B-AD02-8D40824ED9CB}" destId="{60959441-FD8D-A449-8D5C-2D2F8F7C1466}" srcOrd="2" destOrd="0" presId="urn:microsoft.com/office/officeart/2005/8/layout/orgChart1"/>
    <dgm:cxn modelId="{BDD6B0CB-42E1-A544-AF42-D888617E95FC}" type="presParOf" srcId="{5DFA7978-8751-8546-BBDB-CD64A11ECDDB}" destId="{DD6672D5-F001-4C42-AB19-E4F5EF04992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65071CD-A47E-4A1C-B727-4FAADDB3D89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BF149E9-4799-4399-8F48-F681AE9C6C36}">
      <dgm:prSet phldrT="[Tekst]"/>
      <dgm:spPr/>
      <dgm:t>
        <a:bodyPr/>
        <a:lstStyle/>
        <a:p>
          <a:r>
            <a:rPr lang="pl-PL" dirty="0"/>
            <a:t>Konwencja berneńska (1886 r.)</a:t>
          </a:r>
          <a:endParaRPr lang="en-GB" dirty="0"/>
        </a:p>
      </dgm:t>
    </dgm:pt>
    <dgm:pt modelId="{318B25B6-9446-4F2E-9330-34318CCBD7D9}" type="parTrans" cxnId="{70386FF4-8678-480C-B9E6-6C6AA25F951F}">
      <dgm:prSet/>
      <dgm:spPr/>
      <dgm:t>
        <a:bodyPr/>
        <a:lstStyle/>
        <a:p>
          <a:endParaRPr lang="en-GB"/>
        </a:p>
      </dgm:t>
    </dgm:pt>
    <dgm:pt modelId="{85ABE4B1-D01E-4092-8E91-1AF11E49B5D7}" type="sibTrans" cxnId="{70386FF4-8678-480C-B9E6-6C6AA25F951F}">
      <dgm:prSet/>
      <dgm:spPr/>
      <dgm:t>
        <a:bodyPr/>
        <a:lstStyle/>
        <a:p>
          <a:endParaRPr lang="en-GB"/>
        </a:p>
      </dgm:t>
    </dgm:pt>
    <dgm:pt modelId="{59670C3B-F217-4E7D-B14A-AA62498EF695}">
      <dgm:prSet phldrT="[Tekst]"/>
      <dgm:spPr/>
      <dgm:t>
        <a:bodyPr/>
        <a:lstStyle/>
        <a:p>
          <a:r>
            <a:rPr lang="pl-PL" dirty="0"/>
            <a:t>Konwencja rzymska (1961 r.)</a:t>
          </a:r>
          <a:endParaRPr lang="en-GB" dirty="0"/>
        </a:p>
      </dgm:t>
    </dgm:pt>
    <dgm:pt modelId="{DC8E3422-1EB9-4349-938D-3498074843A6}" type="parTrans" cxnId="{7E32FDE7-81C8-4B6C-977A-074D0A2BF9C3}">
      <dgm:prSet/>
      <dgm:spPr/>
      <dgm:t>
        <a:bodyPr/>
        <a:lstStyle/>
        <a:p>
          <a:endParaRPr lang="en-GB"/>
        </a:p>
      </dgm:t>
    </dgm:pt>
    <dgm:pt modelId="{993E7B52-3B73-4A86-8926-D12CCD4BC7A0}" type="sibTrans" cxnId="{7E32FDE7-81C8-4B6C-977A-074D0A2BF9C3}">
      <dgm:prSet/>
      <dgm:spPr/>
      <dgm:t>
        <a:bodyPr/>
        <a:lstStyle/>
        <a:p>
          <a:endParaRPr lang="en-GB"/>
        </a:p>
      </dgm:t>
    </dgm:pt>
    <dgm:pt modelId="{306EE681-05E8-49F7-AE4E-3B49EF11E7A7}">
      <dgm:prSet phldrT="[Tekst]"/>
      <dgm:spPr/>
      <dgm:t>
        <a:bodyPr/>
        <a:lstStyle/>
        <a:p>
          <a:r>
            <a:rPr lang="pl-PL" dirty="0"/>
            <a:t>Porozumienie TRIPS (1994 r.)</a:t>
          </a:r>
          <a:endParaRPr lang="en-GB" dirty="0"/>
        </a:p>
      </dgm:t>
    </dgm:pt>
    <dgm:pt modelId="{0A303A26-E554-428F-89D4-280DFF516BC0}" type="parTrans" cxnId="{480FAF9A-0B62-4DE7-8934-CF0D889BC0FC}">
      <dgm:prSet/>
      <dgm:spPr/>
      <dgm:t>
        <a:bodyPr/>
        <a:lstStyle/>
        <a:p>
          <a:endParaRPr lang="en-GB"/>
        </a:p>
      </dgm:t>
    </dgm:pt>
    <dgm:pt modelId="{9FF13199-58D2-4F6B-B8B4-05C51A21417E}" type="sibTrans" cxnId="{480FAF9A-0B62-4DE7-8934-CF0D889BC0FC}">
      <dgm:prSet/>
      <dgm:spPr/>
      <dgm:t>
        <a:bodyPr/>
        <a:lstStyle/>
        <a:p>
          <a:endParaRPr lang="en-GB"/>
        </a:p>
      </dgm:t>
    </dgm:pt>
    <dgm:pt modelId="{F4202CA9-CAFF-4C30-8672-D1304493C1D0}">
      <dgm:prSet/>
      <dgm:spPr/>
      <dgm:t>
        <a:bodyPr/>
        <a:lstStyle/>
        <a:p>
          <a:r>
            <a:rPr lang="pl-PL" dirty="0"/>
            <a:t>Traktaty WIPO: WCT i WPPT (1996 r.)</a:t>
          </a:r>
          <a:endParaRPr lang="en-GB" dirty="0"/>
        </a:p>
      </dgm:t>
    </dgm:pt>
    <dgm:pt modelId="{31C2616F-0376-47A3-A1AF-AE6815180F61}" type="parTrans" cxnId="{B93BE227-3528-4B2A-A320-E60601F7D4E1}">
      <dgm:prSet/>
      <dgm:spPr/>
      <dgm:t>
        <a:bodyPr/>
        <a:lstStyle/>
        <a:p>
          <a:endParaRPr lang="en-GB"/>
        </a:p>
      </dgm:t>
    </dgm:pt>
    <dgm:pt modelId="{8F3D95C2-8568-430F-B1E9-7E4F62546341}" type="sibTrans" cxnId="{B93BE227-3528-4B2A-A320-E60601F7D4E1}">
      <dgm:prSet/>
      <dgm:spPr/>
      <dgm:t>
        <a:bodyPr/>
        <a:lstStyle/>
        <a:p>
          <a:endParaRPr lang="en-GB"/>
        </a:p>
      </dgm:t>
    </dgm:pt>
    <dgm:pt modelId="{956EC64F-410F-F342-B2A4-AA29E53D40FF}">
      <dgm:prSet phldrT="[Tekst]"/>
      <dgm:spPr/>
      <dgm:t>
        <a:bodyPr/>
        <a:lstStyle/>
        <a:p>
          <a:r>
            <a:rPr lang="en-GB" dirty="0" err="1"/>
            <a:t>ochrona</a:t>
          </a:r>
          <a:r>
            <a:rPr lang="en-GB" dirty="0"/>
            <a:t> </a:t>
          </a:r>
          <a:r>
            <a:rPr lang="en-GB" dirty="0" err="1"/>
            <a:t>dzieł</a:t>
          </a:r>
          <a:r>
            <a:rPr lang="en-GB" dirty="0"/>
            <a:t> </a:t>
          </a:r>
          <a:r>
            <a:rPr lang="en-GB" dirty="0" err="1"/>
            <a:t>literackich</a:t>
          </a:r>
          <a:r>
            <a:rPr lang="en-GB" dirty="0"/>
            <a:t> </a:t>
          </a:r>
          <a:r>
            <a:rPr lang="en-GB" dirty="0" err="1"/>
            <a:t>naukowych</a:t>
          </a:r>
          <a:r>
            <a:rPr lang="en-GB" dirty="0"/>
            <a:t>, </a:t>
          </a:r>
          <a:r>
            <a:rPr lang="en-GB" dirty="0" err="1"/>
            <a:t>artystycznych</a:t>
          </a:r>
          <a:r>
            <a:rPr lang="en-GB" dirty="0"/>
            <a:t> - bez </a:t>
          </a:r>
          <a:r>
            <a:rPr lang="en-GB" dirty="0" err="1"/>
            <a:t>względu</a:t>
          </a:r>
          <a:r>
            <a:rPr lang="en-GB" dirty="0"/>
            <a:t> </a:t>
          </a:r>
          <a:r>
            <a:rPr lang="en-GB" dirty="0" err="1"/>
            <a:t>na</a:t>
          </a:r>
          <a:r>
            <a:rPr lang="en-GB" dirty="0"/>
            <a:t> </a:t>
          </a:r>
          <a:r>
            <a:rPr lang="en-GB" dirty="0" err="1"/>
            <a:t>sposób</a:t>
          </a:r>
          <a:r>
            <a:rPr lang="en-GB" dirty="0"/>
            <a:t> </a:t>
          </a:r>
          <a:r>
            <a:rPr lang="en-GB" dirty="0" err="1"/>
            <a:t>wyrażenia</a:t>
          </a:r>
          <a:endParaRPr lang="en-GB" dirty="0"/>
        </a:p>
      </dgm:t>
    </dgm:pt>
    <dgm:pt modelId="{45FA4D72-1CDB-894D-93F1-88E48A0E2F73}" type="parTrans" cxnId="{DA235EFE-1413-F748-BC78-2F9CCAD40DDB}">
      <dgm:prSet/>
      <dgm:spPr/>
      <dgm:t>
        <a:bodyPr/>
        <a:lstStyle/>
        <a:p>
          <a:endParaRPr lang="pl-PL"/>
        </a:p>
      </dgm:t>
    </dgm:pt>
    <dgm:pt modelId="{9FF5069D-5946-8141-9E95-3DFFF14B099D}" type="sibTrans" cxnId="{DA235EFE-1413-F748-BC78-2F9CCAD40DDB}">
      <dgm:prSet/>
      <dgm:spPr/>
      <dgm:t>
        <a:bodyPr/>
        <a:lstStyle/>
        <a:p>
          <a:endParaRPr lang="pl-PL"/>
        </a:p>
      </dgm:t>
    </dgm:pt>
    <dgm:pt modelId="{9EA51959-DBDE-DF42-BC50-777DDEF544C3}">
      <dgm:prSet phldrT="[Tekst]"/>
      <dgm:spPr/>
      <dgm:t>
        <a:bodyPr/>
        <a:lstStyle/>
        <a:p>
          <a:r>
            <a:rPr lang="en-GB" dirty="0" err="1"/>
            <a:t>Prawa</a:t>
          </a:r>
          <a:r>
            <a:rPr lang="en-GB" dirty="0"/>
            <a:t> </a:t>
          </a:r>
          <a:r>
            <a:rPr lang="en-GB" dirty="0" err="1"/>
            <a:t>artystów</a:t>
          </a:r>
          <a:r>
            <a:rPr lang="en-GB" dirty="0"/>
            <a:t> </a:t>
          </a:r>
          <a:r>
            <a:rPr lang="en-GB" dirty="0" err="1"/>
            <a:t>wykonawców</a:t>
          </a:r>
          <a:r>
            <a:rPr lang="en-GB" dirty="0"/>
            <a:t>, </a:t>
          </a:r>
          <a:r>
            <a:rPr lang="en-GB" dirty="0" err="1"/>
            <a:t>prawa</a:t>
          </a:r>
          <a:r>
            <a:rPr lang="en-GB" dirty="0"/>
            <a:t> </a:t>
          </a:r>
          <a:r>
            <a:rPr lang="en-GB" dirty="0" err="1"/>
            <a:t>producentów</a:t>
          </a:r>
          <a:r>
            <a:rPr lang="en-GB" dirty="0"/>
            <a:t> </a:t>
          </a:r>
          <a:r>
            <a:rPr lang="en-GB" dirty="0" err="1"/>
            <a:t>fonogramów</a:t>
          </a:r>
          <a:r>
            <a:rPr lang="en-GB" dirty="0"/>
            <a:t>, </a:t>
          </a:r>
          <a:r>
            <a:rPr lang="en-GB" dirty="0" err="1"/>
            <a:t>prawa</a:t>
          </a:r>
          <a:r>
            <a:rPr lang="en-GB" dirty="0"/>
            <a:t> do </a:t>
          </a:r>
          <a:r>
            <a:rPr lang="en-GB" dirty="0" err="1"/>
            <a:t>nadań</a:t>
          </a:r>
          <a:r>
            <a:rPr lang="en-GB" dirty="0"/>
            <a:t> </a:t>
          </a:r>
        </a:p>
      </dgm:t>
    </dgm:pt>
    <dgm:pt modelId="{4152FAB5-8B9C-A641-B15B-8607446E131D}" type="parTrans" cxnId="{78BF2530-DF7D-E646-89DE-B1A786BD767F}">
      <dgm:prSet/>
      <dgm:spPr/>
      <dgm:t>
        <a:bodyPr/>
        <a:lstStyle/>
        <a:p>
          <a:endParaRPr lang="pl-PL"/>
        </a:p>
      </dgm:t>
    </dgm:pt>
    <dgm:pt modelId="{3101E924-BF60-7D45-B94B-63F398926518}" type="sibTrans" cxnId="{78BF2530-DF7D-E646-89DE-B1A786BD767F}">
      <dgm:prSet/>
      <dgm:spPr/>
      <dgm:t>
        <a:bodyPr/>
        <a:lstStyle/>
        <a:p>
          <a:endParaRPr lang="pl-PL"/>
        </a:p>
      </dgm:t>
    </dgm:pt>
    <dgm:pt modelId="{0ED76A65-8B36-1D41-B90F-8338507CF16D}">
      <dgm:prSet phldrT="[Tekst]"/>
      <dgm:spPr/>
      <dgm:t>
        <a:bodyPr/>
        <a:lstStyle/>
        <a:p>
          <a:r>
            <a:rPr lang="pl-PL" dirty="0"/>
            <a:t>załącznik 1C do Konwencji ustanawiającej Światową Organizację Handlu (WTO) uchwalonej 5.04.1994 r. w Marrakeszu, </a:t>
          </a:r>
          <a:endParaRPr lang="en-GB" dirty="0"/>
        </a:p>
      </dgm:t>
    </dgm:pt>
    <dgm:pt modelId="{0D1F3236-0819-F542-94EB-E93C4303758A}" type="parTrans" cxnId="{C3F50092-62FB-7A43-A0D6-25C38DA4BF8D}">
      <dgm:prSet/>
      <dgm:spPr/>
      <dgm:t>
        <a:bodyPr/>
        <a:lstStyle/>
        <a:p>
          <a:endParaRPr lang="pl-PL"/>
        </a:p>
      </dgm:t>
    </dgm:pt>
    <dgm:pt modelId="{26609F65-53EC-8C4F-BF76-36D5AFEF03C7}" type="sibTrans" cxnId="{C3F50092-62FB-7A43-A0D6-25C38DA4BF8D}">
      <dgm:prSet/>
      <dgm:spPr/>
      <dgm:t>
        <a:bodyPr/>
        <a:lstStyle/>
        <a:p>
          <a:endParaRPr lang="pl-PL"/>
        </a:p>
      </dgm:t>
    </dgm:pt>
    <dgm:pt modelId="{0F4B8F50-3075-E24F-9E09-AD1E39309A7C}">
      <dgm:prSet/>
      <dgm:spPr/>
      <dgm:t>
        <a:bodyPr/>
        <a:lstStyle/>
        <a:p>
          <a:r>
            <a:rPr lang="pl-PL" dirty="0"/>
            <a:t>utrzymanie i rozwój ochrony praw autorskich i praw pokrewnych z uwzględnieniem rewolucyjnych zmian wynikających z rozwoju technologicznego, polegającego w szczególności na zastosowaniu techniki cyfrowej</a:t>
          </a:r>
          <a:endParaRPr lang="en-GB" dirty="0"/>
        </a:p>
      </dgm:t>
    </dgm:pt>
    <dgm:pt modelId="{AA6D29A2-40F9-9946-A3DB-0DD516E97364}" type="parTrans" cxnId="{304959EC-706B-6042-A6F3-AB5AC27B5B0B}">
      <dgm:prSet/>
      <dgm:spPr/>
      <dgm:t>
        <a:bodyPr/>
        <a:lstStyle/>
        <a:p>
          <a:endParaRPr lang="pl-PL"/>
        </a:p>
      </dgm:t>
    </dgm:pt>
    <dgm:pt modelId="{A692F69C-764E-7B47-AC65-D0F9484F82C2}" type="sibTrans" cxnId="{304959EC-706B-6042-A6F3-AB5AC27B5B0B}">
      <dgm:prSet/>
      <dgm:spPr/>
      <dgm:t>
        <a:bodyPr/>
        <a:lstStyle/>
        <a:p>
          <a:endParaRPr lang="pl-PL"/>
        </a:p>
      </dgm:t>
    </dgm:pt>
    <dgm:pt modelId="{B8A66BAB-E703-A64C-AD41-F8ECF4A1D0DB}">
      <dgm:prSet phldrT="[Tekst]"/>
      <dgm:spPr/>
      <dgm:t>
        <a:bodyPr/>
        <a:lstStyle/>
        <a:p>
          <a:r>
            <a:rPr lang="en-GB" dirty="0" err="1"/>
            <a:t>Powszechna</a:t>
          </a:r>
          <a:r>
            <a:rPr lang="en-GB" dirty="0"/>
            <a:t> </a:t>
          </a:r>
          <a:r>
            <a:rPr lang="en-GB" dirty="0" err="1"/>
            <a:t>Konwencja</a:t>
          </a:r>
          <a:r>
            <a:rPr lang="en-GB" dirty="0"/>
            <a:t> o </a:t>
          </a:r>
          <a:r>
            <a:rPr lang="en-GB" dirty="0" err="1"/>
            <a:t>Prawie</a:t>
          </a:r>
          <a:r>
            <a:rPr lang="en-GB" dirty="0"/>
            <a:t> </a:t>
          </a:r>
          <a:r>
            <a:rPr lang="en-GB" dirty="0" err="1"/>
            <a:t>Autorskim</a:t>
          </a:r>
          <a:r>
            <a:rPr lang="en-GB" dirty="0"/>
            <a:t> (1952 r.)</a:t>
          </a:r>
        </a:p>
      </dgm:t>
    </dgm:pt>
    <dgm:pt modelId="{008A6252-9A1A-9043-B16C-50355D34CAF8}" type="parTrans" cxnId="{5851F68D-224D-AB40-BBDE-4D71ACA0D1C6}">
      <dgm:prSet/>
      <dgm:spPr/>
      <dgm:t>
        <a:bodyPr/>
        <a:lstStyle/>
        <a:p>
          <a:endParaRPr lang="pl-PL"/>
        </a:p>
      </dgm:t>
    </dgm:pt>
    <dgm:pt modelId="{EB0BFEB7-C5F2-AB47-B199-2C3E4E2F5EB1}" type="sibTrans" cxnId="{5851F68D-224D-AB40-BBDE-4D71ACA0D1C6}">
      <dgm:prSet/>
      <dgm:spPr/>
      <dgm:t>
        <a:bodyPr/>
        <a:lstStyle/>
        <a:p>
          <a:endParaRPr lang="pl-PL"/>
        </a:p>
      </dgm:t>
    </dgm:pt>
    <dgm:pt modelId="{05ED560A-C277-6C46-BEAB-A1894B038A01}">
      <dgm:prSet/>
      <dgm:spPr/>
      <dgm:t>
        <a:bodyPr/>
        <a:lstStyle/>
        <a:p>
          <a:r>
            <a:rPr lang="pl-PL" dirty="0"/>
            <a:t>Instytucja noty copyright, która stanowiła rodzaj surogatu dla spełnienia szczegółowych wymogów formalnych przewidywanych w państwie dochodzenia ochrony utworu </a:t>
          </a:r>
        </a:p>
      </dgm:t>
    </dgm:pt>
    <dgm:pt modelId="{0724490E-8EA9-FF4B-A5A1-61D1BC510C93}" type="parTrans" cxnId="{1F7D872B-9ACB-1B40-B933-2619788EF8B6}">
      <dgm:prSet/>
      <dgm:spPr/>
      <dgm:t>
        <a:bodyPr/>
        <a:lstStyle/>
        <a:p>
          <a:endParaRPr lang="pl-PL"/>
        </a:p>
      </dgm:t>
    </dgm:pt>
    <dgm:pt modelId="{691B6D76-FAF4-6A41-9EA5-12CBF21A47F3}" type="sibTrans" cxnId="{1F7D872B-9ACB-1B40-B933-2619788EF8B6}">
      <dgm:prSet/>
      <dgm:spPr/>
      <dgm:t>
        <a:bodyPr/>
        <a:lstStyle/>
        <a:p>
          <a:endParaRPr lang="pl-PL"/>
        </a:p>
      </dgm:t>
    </dgm:pt>
    <dgm:pt modelId="{778E9BDA-F1FB-42B8-9663-86CA86990B21}" type="pres">
      <dgm:prSet presAssocID="{965071CD-A47E-4A1C-B727-4FAADDB3D899}" presName="linear" presStyleCnt="0">
        <dgm:presLayoutVars>
          <dgm:dir/>
          <dgm:animLvl val="lvl"/>
          <dgm:resizeHandles val="exact"/>
        </dgm:presLayoutVars>
      </dgm:prSet>
      <dgm:spPr/>
    </dgm:pt>
    <dgm:pt modelId="{587D7DA6-BA7B-4319-B193-A0520B99A610}" type="pres">
      <dgm:prSet presAssocID="{8BF149E9-4799-4399-8F48-F681AE9C6C36}" presName="parentLin" presStyleCnt="0"/>
      <dgm:spPr/>
    </dgm:pt>
    <dgm:pt modelId="{F3050B32-6099-469B-8E91-C2EC9E651063}" type="pres">
      <dgm:prSet presAssocID="{8BF149E9-4799-4399-8F48-F681AE9C6C36}" presName="parentLeftMargin" presStyleLbl="node1" presStyleIdx="0" presStyleCnt="5"/>
      <dgm:spPr/>
    </dgm:pt>
    <dgm:pt modelId="{F9DD2CB5-2D87-40E9-8A98-CBE4194D2AC6}" type="pres">
      <dgm:prSet presAssocID="{8BF149E9-4799-4399-8F48-F681AE9C6C3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3BADF10-029A-47F9-8902-A55E9229B6B8}" type="pres">
      <dgm:prSet presAssocID="{8BF149E9-4799-4399-8F48-F681AE9C6C36}" presName="negativeSpace" presStyleCnt="0"/>
      <dgm:spPr/>
    </dgm:pt>
    <dgm:pt modelId="{1DB0E104-2A6E-428A-B84D-D3965B44B152}" type="pres">
      <dgm:prSet presAssocID="{8BF149E9-4799-4399-8F48-F681AE9C6C36}" presName="childText" presStyleLbl="conFgAcc1" presStyleIdx="0" presStyleCnt="5">
        <dgm:presLayoutVars>
          <dgm:bulletEnabled val="1"/>
        </dgm:presLayoutVars>
      </dgm:prSet>
      <dgm:spPr/>
    </dgm:pt>
    <dgm:pt modelId="{6F14E0AF-9AD8-48A7-AC28-9934746E634E}" type="pres">
      <dgm:prSet presAssocID="{85ABE4B1-D01E-4092-8E91-1AF11E49B5D7}" presName="spaceBetweenRectangles" presStyleCnt="0"/>
      <dgm:spPr/>
    </dgm:pt>
    <dgm:pt modelId="{270BD339-4838-4B46-8D5B-6B18F38F0BF6}" type="pres">
      <dgm:prSet presAssocID="{B8A66BAB-E703-A64C-AD41-F8ECF4A1D0DB}" presName="parentLin" presStyleCnt="0"/>
      <dgm:spPr/>
    </dgm:pt>
    <dgm:pt modelId="{6BBC5202-C604-0349-883A-DD5D19466C0C}" type="pres">
      <dgm:prSet presAssocID="{B8A66BAB-E703-A64C-AD41-F8ECF4A1D0DB}" presName="parentLeftMargin" presStyleLbl="node1" presStyleIdx="0" presStyleCnt="5"/>
      <dgm:spPr/>
    </dgm:pt>
    <dgm:pt modelId="{CAB0B955-6D13-A446-B5C0-E439ABAF2338}" type="pres">
      <dgm:prSet presAssocID="{B8A66BAB-E703-A64C-AD41-F8ECF4A1D0D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44A2991-97C5-0248-A65F-A16110B6DA19}" type="pres">
      <dgm:prSet presAssocID="{B8A66BAB-E703-A64C-AD41-F8ECF4A1D0DB}" presName="negativeSpace" presStyleCnt="0"/>
      <dgm:spPr/>
    </dgm:pt>
    <dgm:pt modelId="{A1C5E144-E2BF-0548-8D8B-0024AFB81D37}" type="pres">
      <dgm:prSet presAssocID="{B8A66BAB-E703-A64C-AD41-F8ECF4A1D0DB}" presName="childText" presStyleLbl="conFgAcc1" presStyleIdx="1" presStyleCnt="5">
        <dgm:presLayoutVars>
          <dgm:bulletEnabled val="1"/>
        </dgm:presLayoutVars>
      </dgm:prSet>
      <dgm:spPr/>
    </dgm:pt>
    <dgm:pt modelId="{5303FD66-BA1E-7D4B-8CEF-0351D0C4CDA1}" type="pres">
      <dgm:prSet presAssocID="{EB0BFEB7-C5F2-AB47-B199-2C3E4E2F5EB1}" presName="spaceBetweenRectangles" presStyleCnt="0"/>
      <dgm:spPr/>
    </dgm:pt>
    <dgm:pt modelId="{DE2824D5-0BA9-415A-B5A4-706B226B7898}" type="pres">
      <dgm:prSet presAssocID="{59670C3B-F217-4E7D-B14A-AA62498EF695}" presName="parentLin" presStyleCnt="0"/>
      <dgm:spPr/>
    </dgm:pt>
    <dgm:pt modelId="{50C7DD37-D755-40CC-BACA-D2F27620D9ED}" type="pres">
      <dgm:prSet presAssocID="{59670C3B-F217-4E7D-B14A-AA62498EF695}" presName="parentLeftMargin" presStyleLbl="node1" presStyleIdx="1" presStyleCnt="5"/>
      <dgm:spPr/>
    </dgm:pt>
    <dgm:pt modelId="{D00A92DA-EE6D-4B6F-B2E5-A46C8D0BFAEE}" type="pres">
      <dgm:prSet presAssocID="{59670C3B-F217-4E7D-B14A-AA62498EF69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4C01C9EF-BBAE-43C8-895E-0456155A0A63}" type="pres">
      <dgm:prSet presAssocID="{59670C3B-F217-4E7D-B14A-AA62498EF695}" presName="negativeSpace" presStyleCnt="0"/>
      <dgm:spPr/>
    </dgm:pt>
    <dgm:pt modelId="{5E83B159-42F0-4A34-BCAF-FFAE9358EAA1}" type="pres">
      <dgm:prSet presAssocID="{59670C3B-F217-4E7D-B14A-AA62498EF695}" presName="childText" presStyleLbl="conFgAcc1" presStyleIdx="2" presStyleCnt="5">
        <dgm:presLayoutVars>
          <dgm:bulletEnabled val="1"/>
        </dgm:presLayoutVars>
      </dgm:prSet>
      <dgm:spPr/>
    </dgm:pt>
    <dgm:pt modelId="{840E2BBA-66E5-49AC-B0DE-3638F9F73DB0}" type="pres">
      <dgm:prSet presAssocID="{993E7B52-3B73-4A86-8926-D12CCD4BC7A0}" presName="spaceBetweenRectangles" presStyleCnt="0"/>
      <dgm:spPr/>
    </dgm:pt>
    <dgm:pt modelId="{DF2B7143-3B3B-4186-886D-FE1AC7F182E4}" type="pres">
      <dgm:prSet presAssocID="{306EE681-05E8-49F7-AE4E-3B49EF11E7A7}" presName="parentLin" presStyleCnt="0"/>
      <dgm:spPr/>
    </dgm:pt>
    <dgm:pt modelId="{95A0C18F-706D-4E31-8FD8-ED20DDF94EF9}" type="pres">
      <dgm:prSet presAssocID="{306EE681-05E8-49F7-AE4E-3B49EF11E7A7}" presName="parentLeftMargin" presStyleLbl="node1" presStyleIdx="2" presStyleCnt="5"/>
      <dgm:spPr/>
    </dgm:pt>
    <dgm:pt modelId="{7E4AFDD5-FBEA-43F8-B809-1D1901FD0334}" type="pres">
      <dgm:prSet presAssocID="{306EE681-05E8-49F7-AE4E-3B49EF11E7A7}" presName="parentText" presStyleLbl="node1" presStyleIdx="3" presStyleCnt="5" custLinFactNeighborX="1668">
        <dgm:presLayoutVars>
          <dgm:chMax val="0"/>
          <dgm:bulletEnabled val="1"/>
        </dgm:presLayoutVars>
      </dgm:prSet>
      <dgm:spPr/>
    </dgm:pt>
    <dgm:pt modelId="{EA469C1D-569D-48C2-915A-3A3D02F129B2}" type="pres">
      <dgm:prSet presAssocID="{306EE681-05E8-49F7-AE4E-3B49EF11E7A7}" presName="negativeSpace" presStyleCnt="0"/>
      <dgm:spPr/>
    </dgm:pt>
    <dgm:pt modelId="{298271A7-B7B2-4D5D-B48C-27DD0A760E9C}" type="pres">
      <dgm:prSet presAssocID="{306EE681-05E8-49F7-AE4E-3B49EF11E7A7}" presName="childText" presStyleLbl="conFgAcc1" presStyleIdx="3" presStyleCnt="5">
        <dgm:presLayoutVars>
          <dgm:bulletEnabled val="1"/>
        </dgm:presLayoutVars>
      </dgm:prSet>
      <dgm:spPr/>
    </dgm:pt>
    <dgm:pt modelId="{BC36D137-6C94-478A-AB79-DABB050A18D1}" type="pres">
      <dgm:prSet presAssocID="{9FF13199-58D2-4F6B-B8B4-05C51A21417E}" presName="spaceBetweenRectangles" presStyleCnt="0"/>
      <dgm:spPr/>
    </dgm:pt>
    <dgm:pt modelId="{0CF5F0DE-35E6-4CDB-BF9A-36894D0B3ADE}" type="pres">
      <dgm:prSet presAssocID="{F4202CA9-CAFF-4C30-8672-D1304493C1D0}" presName="parentLin" presStyleCnt="0"/>
      <dgm:spPr/>
    </dgm:pt>
    <dgm:pt modelId="{29D64964-01E1-480B-B154-A5B96FD60A43}" type="pres">
      <dgm:prSet presAssocID="{F4202CA9-CAFF-4C30-8672-D1304493C1D0}" presName="parentLeftMargin" presStyleLbl="node1" presStyleIdx="3" presStyleCnt="5"/>
      <dgm:spPr/>
    </dgm:pt>
    <dgm:pt modelId="{A73DDDF0-88E0-466C-B3EF-2B68164D098B}" type="pres">
      <dgm:prSet presAssocID="{F4202CA9-CAFF-4C30-8672-D1304493C1D0}" presName="parentText" presStyleLbl="node1" presStyleIdx="4" presStyleCnt="5" custLinFactNeighborX="2830">
        <dgm:presLayoutVars>
          <dgm:chMax val="0"/>
          <dgm:bulletEnabled val="1"/>
        </dgm:presLayoutVars>
      </dgm:prSet>
      <dgm:spPr/>
    </dgm:pt>
    <dgm:pt modelId="{211240A6-85DD-476B-ABE6-72E0A339BE66}" type="pres">
      <dgm:prSet presAssocID="{F4202CA9-CAFF-4C30-8672-D1304493C1D0}" presName="negativeSpace" presStyleCnt="0"/>
      <dgm:spPr/>
    </dgm:pt>
    <dgm:pt modelId="{3DD14A61-8793-4780-9FA7-51FE6A59209F}" type="pres">
      <dgm:prSet presAssocID="{F4202CA9-CAFF-4C30-8672-D1304493C1D0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B579BA11-878C-C742-9E69-303ECC04FEA2}" type="presOf" srcId="{05ED560A-C277-6C46-BEAB-A1894B038A01}" destId="{A1C5E144-E2BF-0548-8D8B-0024AFB81D37}" srcOrd="0" destOrd="0" presId="urn:microsoft.com/office/officeart/2005/8/layout/list1"/>
    <dgm:cxn modelId="{0F9BC319-C2AF-8C40-AB85-06C7DADC19BB}" type="presOf" srcId="{0ED76A65-8B36-1D41-B90F-8338507CF16D}" destId="{298271A7-B7B2-4D5D-B48C-27DD0A760E9C}" srcOrd="0" destOrd="0" presId="urn:microsoft.com/office/officeart/2005/8/layout/list1"/>
    <dgm:cxn modelId="{86645D20-731D-4EB0-9C11-AFF8EF97AC80}" type="presOf" srcId="{306EE681-05E8-49F7-AE4E-3B49EF11E7A7}" destId="{7E4AFDD5-FBEA-43F8-B809-1D1901FD0334}" srcOrd="1" destOrd="0" presId="urn:microsoft.com/office/officeart/2005/8/layout/list1"/>
    <dgm:cxn modelId="{AC0C0F27-E32C-4A84-B79E-6BD467D3C94F}" type="presOf" srcId="{F4202CA9-CAFF-4C30-8672-D1304493C1D0}" destId="{29D64964-01E1-480B-B154-A5B96FD60A43}" srcOrd="0" destOrd="0" presId="urn:microsoft.com/office/officeart/2005/8/layout/list1"/>
    <dgm:cxn modelId="{B93BE227-3528-4B2A-A320-E60601F7D4E1}" srcId="{965071CD-A47E-4A1C-B727-4FAADDB3D899}" destId="{F4202CA9-CAFF-4C30-8672-D1304493C1D0}" srcOrd="4" destOrd="0" parTransId="{31C2616F-0376-47A3-A1AF-AE6815180F61}" sibTransId="{8F3D95C2-8568-430F-B1E9-7E4F62546341}"/>
    <dgm:cxn modelId="{1F7D872B-9ACB-1B40-B933-2619788EF8B6}" srcId="{B8A66BAB-E703-A64C-AD41-F8ECF4A1D0DB}" destId="{05ED560A-C277-6C46-BEAB-A1894B038A01}" srcOrd="0" destOrd="0" parTransId="{0724490E-8EA9-FF4B-A5A1-61D1BC510C93}" sibTransId="{691B6D76-FAF4-6A41-9EA5-12CBF21A47F3}"/>
    <dgm:cxn modelId="{78BF2530-DF7D-E646-89DE-B1A786BD767F}" srcId="{59670C3B-F217-4E7D-B14A-AA62498EF695}" destId="{9EA51959-DBDE-DF42-BC50-777DDEF544C3}" srcOrd="0" destOrd="0" parTransId="{4152FAB5-8B9C-A641-B15B-8607446E131D}" sibTransId="{3101E924-BF60-7D45-B94B-63F398926518}"/>
    <dgm:cxn modelId="{B8A7DF57-2462-4071-9DF2-C89AC3C9EB0A}" type="presOf" srcId="{965071CD-A47E-4A1C-B727-4FAADDB3D899}" destId="{778E9BDA-F1FB-42B8-9663-86CA86990B21}" srcOrd="0" destOrd="0" presId="urn:microsoft.com/office/officeart/2005/8/layout/list1"/>
    <dgm:cxn modelId="{C029645C-67ED-644B-BB0D-0584903029A4}" type="presOf" srcId="{B8A66BAB-E703-A64C-AD41-F8ECF4A1D0DB}" destId="{CAB0B955-6D13-A446-B5C0-E439ABAF2338}" srcOrd="1" destOrd="0" presId="urn:microsoft.com/office/officeart/2005/8/layout/list1"/>
    <dgm:cxn modelId="{93679C5F-7325-4BE2-87E1-29A4ECA7D30A}" type="presOf" srcId="{59670C3B-F217-4E7D-B14A-AA62498EF695}" destId="{D00A92DA-EE6D-4B6F-B2E5-A46C8D0BFAEE}" srcOrd="1" destOrd="0" presId="urn:microsoft.com/office/officeart/2005/8/layout/list1"/>
    <dgm:cxn modelId="{5E1BE263-ADEB-42E9-AF01-F5A801CCAE28}" type="presOf" srcId="{306EE681-05E8-49F7-AE4E-3B49EF11E7A7}" destId="{95A0C18F-706D-4E31-8FD8-ED20DDF94EF9}" srcOrd="0" destOrd="0" presId="urn:microsoft.com/office/officeart/2005/8/layout/list1"/>
    <dgm:cxn modelId="{8CDA6B84-7BF9-46DE-B6A6-DC6A5C606FC7}" type="presOf" srcId="{59670C3B-F217-4E7D-B14A-AA62498EF695}" destId="{50C7DD37-D755-40CC-BACA-D2F27620D9ED}" srcOrd="0" destOrd="0" presId="urn:microsoft.com/office/officeart/2005/8/layout/list1"/>
    <dgm:cxn modelId="{5851F68D-224D-AB40-BBDE-4D71ACA0D1C6}" srcId="{965071CD-A47E-4A1C-B727-4FAADDB3D899}" destId="{B8A66BAB-E703-A64C-AD41-F8ECF4A1D0DB}" srcOrd="1" destOrd="0" parTransId="{008A6252-9A1A-9043-B16C-50355D34CAF8}" sibTransId="{EB0BFEB7-C5F2-AB47-B199-2C3E4E2F5EB1}"/>
    <dgm:cxn modelId="{EC468A8F-6F6D-9041-B66C-DC2B7BC65FE8}" type="presOf" srcId="{956EC64F-410F-F342-B2A4-AA29E53D40FF}" destId="{1DB0E104-2A6E-428A-B84D-D3965B44B152}" srcOrd="0" destOrd="0" presId="urn:microsoft.com/office/officeart/2005/8/layout/list1"/>
    <dgm:cxn modelId="{C3F50092-62FB-7A43-A0D6-25C38DA4BF8D}" srcId="{306EE681-05E8-49F7-AE4E-3B49EF11E7A7}" destId="{0ED76A65-8B36-1D41-B90F-8338507CF16D}" srcOrd="0" destOrd="0" parTransId="{0D1F3236-0819-F542-94EB-E93C4303758A}" sibTransId="{26609F65-53EC-8C4F-BF76-36D5AFEF03C7}"/>
    <dgm:cxn modelId="{480FAF9A-0B62-4DE7-8934-CF0D889BC0FC}" srcId="{965071CD-A47E-4A1C-B727-4FAADDB3D899}" destId="{306EE681-05E8-49F7-AE4E-3B49EF11E7A7}" srcOrd="3" destOrd="0" parTransId="{0A303A26-E554-428F-89D4-280DFF516BC0}" sibTransId="{9FF13199-58D2-4F6B-B8B4-05C51A21417E}"/>
    <dgm:cxn modelId="{32D102B8-9AF3-3A40-B3CF-ABFFB160F265}" type="presOf" srcId="{9EA51959-DBDE-DF42-BC50-777DDEF544C3}" destId="{5E83B159-42F0-4A34-BCAF-FFAE9358EAA1}" srcOrd="0" destOrd="0" presId="urn:microsoft.com/office/officeart/2005/8/layout/list1"/>
    <dgm:cxn modelId="{1520B4C2-CCB5-FC44-8FBC-27C88931BAAC}" type="presOf" srcId="{0F4B8F50-3075-E24F-9E09-AD1E39309A7C}" destId="{3DD14A61-8793-4780-9FA7-51FE6A59209F}" srcOrd="0" destOrd="0" presId="urn:microsoft.com/office/officeart/2005/8/layout/list1"/>
    <dgm:cxn modelId="{A52BE2CA-13B3-4205-AA74-10713486020C}" type="presOf" srcId="{8BF149E9-4799-4399-8F48-F681AE9C6C36}" destId="{F9DD2CB5-2D87-40E9-8A98-CBE4194D2AC6}" srcOrd="1" destOrd="0" presId="urn:microsoft.com/office/officeart/2005/8/layout/list1"/>
    <dgm:cxn modelId="{7F6FEFD7-4EEA-4B4E-925C-0D794E5D475F}" type="presOf" srcId="{8BF149E9-4799-4399-8F48-F681AE9C6C36}" destId="{F3050B32-6099-469B-8E91-C2EC9E651063}" srcOrd="0" destOrd="0" presId="urn:microsoft.com/office/officeart/2005/8/layout/list1"/>
    <dgm:cxn modelId="{7E32FDE7-81C8-4B6C-977A-074D0A2BF9C3}" srcId="{965071CD-A47E-4A1C-B727-4FAADDB3D899}" destId="{59670C3B-F217-4E7D-B14A-AA62498EF695}" srcOrd="2" destOrd="0" parTransId="{DC8E3422-1EB9-4349-938D-3498074843A6}" sibTransId="{993E7B52-3B73-4A86-8926-D12CCD4BC7A0}"/>
    <dgm:cxn modelId="{304959EC-706B-6042-A6F3-AB5AC27B5B0B}" srcId="{F4202CA9-CAFF-4C30-8672-D1304493C1D0}" destId="{0F4B8F50-3075-E24F-9E09-AD1E39309A7C}" srcOrd="0" destOrd="0" parTransId="{AA6D29A2-40F9-9946-A3DB-0DD516E97364}" sibTransId="{A692F69C-764E-7B47-AC65-D0F9484F82C2}"/>
    <dgm:cxn modelId="{277CBEEC-A984-B548-AF39-ACF1EB7A6629}" type="presOf" srcId="{B8A66BAB-E703-A64C-AD41-F8ECF4A1D0DB}" destId="{6BBC5202-C604-0349-883A-DD5D19466C0C}" srcOrd="0" destOrd="0" presId="urn:microsoft.com/office/officeart/2005/8/layout/list1"/>
    <dgm:cxn modelId="{70386FF4-8678-480C-B9E6-6C6AA25F951F}" srcId="{965071CD-A47E-4A1C-B727-4FAADDB3D899}" destId="{8BF149E9-4799-4399-8F48-F681AE9C6C36}" srcOrd="0" destOrd="0" parTransId="{318B25B6-9446-4F2E-9330-34318CCBD7D9}" sibTransId="{85ABE4B1-D01E-4092-8E91-1AF11E49B5D7}"/>
    <dgm:cxn modelId="{2C9610FD-6934-40FA-AB72-DC5084D42D39}" type="presOf" srcId="{F4202CA9-CAFF-4C30-8672-D1304493C1D0}" destId="{A73DDDF0-88E0-466C-B3EF-2B68164D098B}" srcOrd="1" destOrd="0" presId="urn:microsoft.com/office/officeart/2005/8/layout/list1"/>
    <dgm:cxn modelId="{DA235EFE-1413-F748-BC78-2F9CCAD40DDB}" srcId="{8BF149E9-4799-4399-8F48-F681AE9C6C36}" destId="{956EC64F-410F-F342-B2A4-AA29E53D40FF}" srcOrd="0" destOrd="0" parTransId="{45FA4D72-1CDB-894D-93F1-88E48A0E2F73}" sibTransId="{9FF5069D-5946-8141-9E95-3DFFF14B099D}"/>
    <dgm:cxn modelId="{F365E799-8611-4379-BA00-A7C6D07D6203}" type="presParOf" srcId="{778E9BDA-F1FB-42B8-9663-86CA86990B21}" destId="{587D7DA6-BA7B-4319-B193-A0520B99A610}" srcOrd="0" destOrd="0" presId="urn:microsoft.com/office/officeart/2005/8/layout/list1"/>
    <dgm:cxn modelId="{E46E75CC-BCA2-4FB2-BEC3-8C6D94177843}" type="presParOf" srcId="{587D7DA6-BA7B-4319-B193-A0520B99A610}" destId="{F3050B32-6099-469B-8E91-C2EC9E651063}" srcOrd="0" destOrd="0" presId="urn:microsoft.com/office/officeart/2005/8/layout/list1"/>
    <dgm:cxn modelId="{AF24ACA3-8B8D-4165-8872-3B8AE9BBD607}" type="presParOf" srcId="{587D7DA6-BA7B-4319-B193-A0520B99A610}" destId="{F9DD2CB5-2D87-40E9-8A98-CBE4194D2AC6}" srcOrd="1" destOrd="0" presId="urn:microsoft.com/office/officeart/2005/8/layout/list1"/>
    <dgm:cxn modelId="{C0F68CDC-A4A6-49C3-B0BD-6E1B9983F21A}" type="presParOf" srcId="{778E9BDA-F1FB-42B8-9663-86CA86990B21}" destId="{B3BADF10-029A-47F9-8902-A55E9229B6B8}" srcOrd="1" destOrd="0" presId="urn:microsoft.com/office/officeart/2005/8/layout/list1"/>
    <dgm:cxn modelId="{813E6665-F713-4EB3-AE7E-967E88EE8561}" type="presParOf" srcId="{778E9BDA-F1FB-42B8-9663-86CA86990B21}" destId="{1DB0E104-2A6E-428A-B84D-D3965B44B152}" srcOrd="2" destOrd="0" presId="urn:microsoft.com/office/officeart/2005/8/layout/list1"/>
    <dgm:cxn modelId="{0B8F8A7C-14D7-4C1A-881A-9E63288743F5}" type="presParOf" srcId="{778E9BDA-F1FB-42B8-9663-86CA86990B21}" destId="{6F14E0AF-9AD8-48A7-AC28-9934746E634E}" srcOrd="3" destOrd="0" presId="urn:microsoft.com/office/officeart/2005/8/layout/list1"/>
    <dgm:cxn modelId="{B7176F38-1269-6644-8A4A-D17C77AD710E}" type="presParOf" srcId="{778E9BDA-F1FB-42B8-9663-86CA86990B21}" destId="{270BD339-4838-4B46-8D5B-6B18F38F0BF6}" srcOrd="4" destOrd="0" presId="urn:microsoft.com/office/officeart/2005/8/layout/list1"/>
    <dgm:cxn modelId="{FB7F5128-A159-0442-8316-5FA0F184C9E0}" type="presParOf" srcId="{270BD339-4838-4B46-8D5B-6B18F38F0BF6}" destId="{6BBC5202-C604-0349-883A-DD5D19466C0C}" srcOrd="0" destOrd="0" presId="urn:microsoft.com/office/officeart/2005/8/layout/list1"/>
    <dgm:cxn modelId="{71C5D569-3428-6548-861F-4601E1618A88}" type="presParOf" srcId="{270BD339-4838-4B46-8D5B-6B18F38F0BF6}" destId="{CAB0B955-6D13-A446-B5C0-E439ABAF2338}" srcOrd="1" destOrd="0" presId="urn:microsoft.com/office/officeart/2005/8/layout/list1"/>
    <dgm:cxn modelId="{E7FF32D0-5587-1948-BD96-90735460BC34}" type="presParOf" srcId="{778E9BDA-F1FB-42B8-9663-86CA86990B21}" destId="{744A2991-97C5-0248-A65F-A16110B6DA19}" srcOrd="5" destOrd="0" presId="urn:microsoft.com/office/officeart/2005/8/layout/list1"/>
    <dgm:cxn modelId="{F68E2C76-C938-5047-B3EF-0AD7065019D0}" type="presParOf" srcId="{778E9BDA-F1FB-42B8-9663-86CA86990B21}" destId="{A1C5E144-E2BF-0548-8D8B-0024AFB81D37}" srcOrd="6" destOrd="0" presId="urn:microsoft.com/office/officeart/2005/8/layout/list1"/>
    <dgm:cxn modelId="{D01AE008-D124-7C43-B87F-4D73A5EA99D1}" type="presParOf" srcId="{778E9BDA-F1FB-42B8-9663-86CA86990B21}" destId="{5303FD66-BA1E-7D4B-8CEF-0351D0C4CDA1}" srcOrd="7" destOrd="0" presId="urn:microsoft.com/office/officeart/2005/8/layout/list1"/>
    <dgm:cxn modelId="{5C946A92-2228-4E20-95E2-ACB846421BD6}" type="presParOf" srcId="{778E9BDA-F1FB-42B8-9663-86CA86990B21}" destId="{DE2824D5-0BA9-415A-B5A4-706B226B7898}" srcOrd="8" destOrd="0" presId="urn:microsoft.com/office/officeart/2005/8/layout/list1"/>
    <dgm:cxn modelId="{BBD386D8-78D9-4EE3-831D-75D7A789B59D}" type="presParOf" srcId="{DE2824D5-0BA9-415A-B5A4-706B226B7898}" destId="{50C7DD37-D755-40CC-BACA-D2F27620D9ED}" srcOrd="0" destOrd="0" presId="urn:microsoft.com/office/officeart/2005/8/layout/list1"/>
    <dgm:cxn modelId="{B21A19DA-D44C-44EF-9961-8D02EC735D6C}" type="presParOf" srcId="{DE2824D5-0BA9-415A-B5A4-706B226B7898}" destId="{D00A92DA-EE6D-4B6F-B2E5-A46C8D0BFAEE}" srcOrd="1" destOrd="0" presId="urn:microsoft.com/office/officeart/2005/8/layout/list1"/>
    <dgm:cxn modelId="{04FC275D-D06B-400B-819B-1A487683CADF}" type="presParOf" srcId="{778E9BDA-F1FB-42B8-9663-86CA86990B21}" destId="{4C01C9EF-BBAE-43C8-895E-0456155A0A63}" srcOrd="9" destOrd="0" presId="urn:microsoft.com/office/officeart/2005/8/layout/list1"/>
    <dgm:cxn modelId="{0D20ACDC-8B2B-4E09-B677-91EA7C11A8F0}" type="presParOf" srcId="{778E9BDA-F1FB-42B8-9663-86CA86990B21}" destId="{5E83B159-42F0-4A34-BCAF-FFAE9358EAA1}" srcOrd="10" destOrd="0" presId="urn:microsoft.com/office/officeart/2005/8/layout/list1"/>
    <dgm:cxn modelId="{DA39618A-FCE2-444F-9324-F5F352563267}" type="presParOf" srcId="{778E9BDA-F1FB-42B8-9663-86CA86990B21}" destId="{840E2BBA-66E5-49AC-B0DE-3638F9F73DB0}" srcOrd="11" destOrd="0" presId="urn:microsoft.com/office/officeart/2005/8/layout/list1"/>
    <dgm:cxn modelId="{2A642519-4739-43D1-8A81-0D96D5157C33}" type="presParOf" srcId="{778E9BDA-F1FB-42B8-9663-86CA86990B21}" destId="{DF2B7143-3B3B-4186-886D-FE1AC7F182E4}" srcOrd="12" destOrd="0" presId="urn:microsoft.com/office/officeart/2005/8/layout/list1"/>
    <dgm:cxn modelId="{3ED4A948-4E9D-4D4D-A051-5BB0B7280091}" type="presParOf" srcId="{DF2B7143-3B3B-4186-886D-FE1AC7F182E4}" destId="{95A0C18F-706D-4E31-8FD8-ED20DDF94EF9}" srcOrd="0" destOrd="0" presId="urn:microsoft.com/office/officeart/2005/8/layout/list1"/>
    <dgm:cxn modelId="{4214A612-C104-464B-BBED-1CBE3ACB49F4}" type="presParOf" srcId="{DF2B7143-3B3B-4186-886D-FE1AC7F182E4}" destId="{7E4AFDD5-FBEA-43F8-B809-1D1901FD0334}" srcOrd="1" destOrd="0" presId="urn:microsoft.com/office/officeart/2005/8/layout/list1"/>
    <dgm:cxn modelId="{3959F501-2178-4E11-A4EF-7346077F8642}" type="presParOf" srcId="{778E9BDA-F1FB-42B8-9663-86CA86990B21}" destId="{EA469C1D-569D-48C2-915A-3A3D02F129B2}" srcOrd="13" destOrd="0" presId="urn:microsoft.com/office/officeart/2005/8/layout/list1"/>
    <dgm:cxn modelId="{D570DA8D-6569-4E0A-A5F7-3F911A1A58D3}" type="presParOf" srcId="{778E9BDA-F1FB-42B8-9663-86CA86990B21}" destId="{298271A7-B7B2-4D5D-B48C-27DD0A760E9C}" srcOrd="14" destOrd="0" presId="urn:microsoft.com/office/officeart/2005/8/layout/list1"/>
    <dgm:cxn modelId="{13235013-F3C7-4429-85F7-E2CAD7289540}" type="presParOf" srcId="{778E9BDA-F1FB-42B8-9663-86CA86990B21}" destId="{BC36D137-6C94-478A-AB79-DABB050A18D1}" srcOrd="15" destOrd="0" presId="urn:microsoft.com/office/officeart/2005/8/layout/list1"/>
    <dgm:cxn modelId="{5FDB6841-55D3-49FE-BAB0-A2E417DCCE50}" type="presParOf" srcId="{778E9BDA-F1FB-42B8-9663-86CA86990B21}" destId="{0CF5F0DE-35E6-4CDB-BF9A-36894D0B3ADE}" srcOrd="16" destOrd="0" presId="urn:microsoft.com/office/officeart/2005/8/layout/list1"/>
    <dgm:cxn modelId="{20C84CAB-22B1-47CC-82FC-EA72B43649FF}" type="presParOf" srcId="{0CF5F0DE-35E6-4CDB-BF9A-36894D0B3ADE}" destId="{29D64964-01E1-480B-B154-A5B96FD60A43}" srcOrd="0" destOrd="0" presId="urn:microsoft.com/office/officeart/2005/8/layout/list1"/>
    <dgm:cxn modelId="{DFB02DB3-70F4-4CAF-A00A-55F89BC626D0}" type="presParOf" srcId="{0CF5F0DE-35E6-4CDB-BF9A-36894D0B3ADE}" destId="{A73DDDF0-88E0-466C-B3EF-2B68164D098B}" srcOrd="1" destOrd="0" presId="urn:microsoft.com/office/officeart/2005/8/layout/list1"/>
    <dgm:cxn modelId="{D3B578D9-1282-4E70-A8D9-05121D35C366}" type="presParOf" srcId="{778E9BDA-F1FB-42B8-9663-86CA86990B21}" destId="{211240A6-85DD-476B-ABE6-72E0A339BE66}" srcOrd="17" destOrd="0" presId="urn:microsoft.com/office/officeart/2005/8/layout/list1"/>
    <dgm:cxn modelId="{6E363D7F-0B88-4774-AEDC-C7E548BCB4D8}" type="presParOf" srcId="{778E9BDA-F1FB-42B8-9663-86CA86990B21}" destId="{3DD14A61-8793-4780-9FA7-51FE6A59209F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D75E492-6FBF-4376-958C-F6554C167669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10BBE37-8AAB-43CE-A5FA-49CCACCD787D}">
      <dgm:prSet phldrT="[Tekst]"/>
      <dgm:spPr/>
      <dgm:t>
        <a:bodyPr/>
        <a:lstStyle/>
        <a:p>
          <a:r>
            <a:rPr lang="pl-PL" dirty="0"/>
            <a:t>System</a:t>
          </a:r>
          <a:endParaRPr lang="en-GB" dirty="0"/>
        </a:p>
      </dgm:t>
    </dgm:pt>
    <dgm:pt modelId="{0C304BB0-47DD-4BC9-864F-478EF4AD42F1}" type="parTrans" cxnId="{6C597147-C405-4566-9505-97956B38FE0E}">
      <dgm:prSet/>
      <dgm:spPr/>
      <dgm:t>
        <a:bodyPr/>
        <a:lstStyle/>
        <a:p>
          <a:endParaRPr lang="en-GB"/>
        </a:p>
      </dgm:t>
    </dgm:pt>
    <dgm:pt modelId="{8B48F64D-451A-4F40-8A95-EBF528D328F6}" type="sibTrans" cxnId="{6C597147-C405-4566-9505-97956B38FE0E}">
      <dgm:prSet/>
      <dgm:spPr/>
      <dgm:t>
        <a:bodyPr/>
        <a:lstStyle/>
        <a:p>
          <a:endParaRPr lang="en-GB"/>
        </a:p>
      </dgm:t>
    </dgm:pt>
    <dgm:pt modelId="{D2E305A6-4458-463F-BDF5-B45191079E72}">
      <dgm:prSet phldrT="[Tekst]"/>
      <dgm:spPr/>
      <dgm:t>
        <a:bodyPr/>
        <a:lstStyle/>
        <a:p>
          <a:r>
            <a:rPr lang="pl-PL" dirty="0"/>
            <a:t>Kontynentalny</a:t>
          </a:r>
          <a:endParaRPr lang="en-GB" dirty="0"/>
        </a:p>
      </dgm:t>
    </dgm:pt>
    <dgm:pt modelId="{00313123-661B-42C2-B479-DEC74C3AE899}" type="parTrans" cxnId="{25462457-A521-42F7-8D8C-5CEA3F625C8C}">
      <dgm:prSet/>
      <dgm:spPr/>
      <dgm:t>
        <a:bodyPr/>
        <a:lstStyle/>
        <a:p>
          <a:endParaRPr lang="en-GB"/>
        </a:p>
      </dgm:t>
    </dgm:pt>
    <dgm:pt modelId="{0AC12154-D861-4737-8D70-9B2FC4D11FEE}" type="sibTrans" cxnId="{25462457-A521-42F7-8D8C-5CEA3F625C8C}">
      <dgm:prSet/>
      <dgm:spPr/>
      <dgm:t>
        <a:bodyPr/>
        <a:lstStyle/>
        <a:p>
          <a:endParaRPr lang="en-GB"/>
        </a:p>
      </dgm:t>
    </dgm:pt>
    <dgm:pt modelId="{0BE94DA3-1C89-49D3-9327-F06693DA8317}">
      <dgm:prSet phldrT="[Tekst]"/>
      <dgm:spPr/>
      <dgm:t>
        <a:bodyPr/>
        <a:lstStyle/>
        <a:p>
          <a:r>
            <a:rPr lang="pl-PL" dirty="0"/>
            <a:t>Dualistyczny</a:t>
          </a:r>
          <a:endParaRPr lang="en-GB" dirty="0"/>
        </a:p>
      </dgm:t>
    </dgm:pt>
    <dgm:pt modelId="{DBC4033E-9E58-4F60-A8D4-351275E97E7D}" type="parTrans" cxnId="{77B1CD67-D87B-4389-9FFD-25AE2052CB2B}">
      <dgm:prSet/>
      <dgm:spPr/>
      <dgm:t>
        <a:bodyPr/>
        <a:lstStyle/>
        <a:p>
          <a:endParaRPr lang="en-GB"/>
        </a:p>
      </dgm:t>
    </dgm:pt>
    <dgm:pt modelId="{C08B6EC1-DEC9-4D07-94B0-90982A03D167}" type="sibTrans" cxnId="{77B1CD67-D87B-4389-9FFD-25AE2052CB2B}">
      <dgm:prSet/>
      <dgm:spPr/>
      <dgm:t>
        <a:bodyPr/>
        <a:lstStyle/>
        <a:p>
          <a:endParaRPr lang="en-GB"/>
        </a:p>
      </dgm:t>
    </dgm:pt>
    <dgm:pt modelId="{649F8225-F830-46E6-B16F-03F88653297D}">
      <dgm:prSet phldrT="[Tekst]"/>
      <dgm:spPr/>
      <dgm:t>
        <a:bodyPr/>
        <a:lstStyle/>
        <a:p>
          <a:r>
            <a:rPr lang="pl-PL" dirty="0"/>
            <a:t>Monistyczny</a:t>
          </a:r>
          <a:endParaRPr lang="en-GB" dirty="0"/>
        </a:p>
      </dgm:t>
    </dgm:pt>
    <dgm:pt modelId="{406D5F6A-1184-4516-8CE1-306C2CC947C7}" type="parTrans" cxnId="{DE1E76B1-20B2-4B2D-8358-E39E5B9FDB9B}">
      <dgm:prSet/>
      <dgm:spPr/>
      <dgm:t>
        <a:bodyPr/>
        <a:lstStyle/>
        <a:p>
          <a:endParaRPr lang="en-GB"/>
        </a:p>
      </dgm:t>
    </dgm:pt>
    <dgm:pt modelId="{BE19B28F-EFC8-46D5-87DA-565EAC5A5936}" type="sibTrans" cxnId="{DE1E76B1-20B2-4B2D-8358-E39E5B9FDB9B}">
      <dgm:prSet/>
      <dgm:spPr/>
      <dgm:t>
        <a:bodyPr/>
        <a:lstStyle/>
        <a:p>
          <a:endParaRPr lang="en-GB"/>
        </a:p>
      </dgm:t>
    </dgm:pt>
    <dgm:pt modelId="{A76EEA8A-5ACB-4017-A289-46DAF6BE0D6B}">
      <dgm:prSet phldrT="[Tekst]"/>
      <dgm:spPr/>
      <dgm:t>
        <a:bodyPr/>
        <a:lstStyle/>
        <a:p>
          <a:r>
            <a:rPr lang="pl-PL" dirty="0"/>
            <a:t>Anglosaski</a:t>
          </a:r>
          <a:endParaRPr lang="en-GB" dirty="0"/>
        </a:p>
      </dgm:t>
    </dgm:pt>
    <dgm:pt modelId="{AB6295E1-5F04-49C7-B46A-400E606E3875}" type="parTrans" cxnId="{93F3FEDC-0ADF-4B6F-A02E-57DC165FF81D}">
      <dgm:prSet/>
      <dgm:spPr/>
      <dgm:t>
        <a:bodyPr/>
        <a:lstStyle/>
        <a:p>
          <a:endParaRPr lang="en-GB"/>
        </a:p>
      </dgm:t>
    </dgm:pt>
    <dgm:pt modelId="{51C0E74F-4288-4965-A4AB-E4576C975CC9}" type="sibTrans" cxnId="{93F3FEDC-0ADF-4B6F-A02E-57DC165FF81D}">
      <dgm:prSet/>
      <dgm:spPr/>
      <dgm:t>
        <a:bodyPr/>
        <a:lstStyle/>
        <a:p>
          <a:endParaRPr lang="en-GB"/>
        </a:p>
      </dgm:t>
    </dgm:pt>
    <dgm:pt modelId="{1ECA9E77-FBB1-4A44-A433-2DEE8220C247}" type="pres">
      <dgm:prSet presAssocID="{8D75E492-6FBF-4376-958C-F6554C167669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6E4FAC1-4975-42EB-A3C9-761989CDFE0C}" type="pres">
      <dgm:prSet presAssocID="{C10BBE37-8AAB-43CE-A5FA-49CCACCD787D}" presName="root1" presStyleCnt="0"/>
      <dgm:spPr/>
    </dgm:pt>
    <dgm:pt modelId="{C7503F3F-7D3B-4064-88EC-13C96CBF53D9}" type="pres">
      <dgm:prSet presAssocID="{C10BBE37-8AAB-43CE-A5FA-49CCACCD787D}" presName="LevelOneTextNode" presStyleLbl="node0" presStyleIdx="0" presStyleCnt="1">
        <dgm:presLayoutVars>
          <dgm:chPref val="3"/>
        </dgm:presLayoutVars>
      </dgm:prSet>
      <dgm:spPr/>
    </dgm:pt>
    <dgm:pt modelId="{F813D242-13B6-4733-8425-7B5311383AE7}" type="pres">
      <dgm:prSet presAssocID="{C10BBE37-8AAB-43CE-A5FA-49CCACCD787D}" presName="level2hierChild" presStyleCnt="0"/>
      <dgm:spPr/>
    </dgm:pt>
    <dgm:pt modelId="{B027D857-9045-4AF4-9E10-333760586666}" type="pres">
      <dgm:prSet presAssocID="{00313123-661B-42C2-B479-DEC74C3AE899}" presName="conn2-1" presStyleLbl="parChTrans1D2" presStyleIdx="0" presStyleCnt="2"/>
      <dgm:spPr/>
    </dgm:pt>
    <dgm:pt modelId="{CFD28BC4-1BF7-4D7B-80E3-96275FF6367C}" type="pres">
      <dgm:prSet presAssocID="{00313123-661B-42C2-B479-DEC74C3AE899}" presName="connTx" presStyleLbl="parChTrans1D2" presStyleIdx="0" presStyleCnt="2"/>
      <dgm:spPr/>
    </dgm:pt>
    <dgm:pt modelId="{3610D216-3FAA-4FEF-988B-5D6631A9D35D}" type="pres">
      <dgm:prSet presAssocID="{D2E305A6-4458-463F-BDF5-B45191079E72}" presName="root2" presStyleCnt="0"/>
      <dgm:spPr/>
    </dgm:pt>
    <dgm:pt modelId="{1AD610BF-54B1-46D2-B4AD-1A66DC76221E}" type="pres">
      <dgm:prSet presAssocID="{D2E305A6-4458-463F-BDF5-B45191079E72}" presName="LevelTwoTextNode" presStyleLbl="node2" presStyleIdx="0" presStyleCnt="2">
        <dgm:presLayoutVars>
          <dgm:chPref val="3"/>
        </dgm:presLayoutVars>
      </dgm:prSet>
      <dgm:spPr/>
    </dgm:pt>
    <dgm:pt modelId="{37F04D4B-3154-470E-955D-44710985A066}" type="pres">
      <dgm:prSet presAssocID="{D2E305A6-4458-463F-BDF5-B45191079E72}" presName="level3hierChild" presStyleCnt="0"/>
      <dgm:spPr/>
    </dgm:pt>
    <dgm:pt modelId="{375F7E64-554D-4CA2-89A6-B1103C624EB3}" type="pres">
      <dgm:prSet presAssocID="{DBC4033E-9E58-4F60-A8D4-351275E97E7D}" presName="conn2-1" presStyleLbl="parChTrans1D3" presStyleIdx="0" presStyleCnt="2"/>
      <dgm:spPr/>
    </dgm:pt>
    <dgm:pt modelId="{26A8D8B7-71E2-45B5-A155-B4837A3E6E6F}" type="pres">
      <dgm:prSet presAssocID="{DBC4033E-9E58-4F60-A8D4-351275E97E7D}" presName="connTx" presStyleLbl="parChTrans1D3" presStyleIdx="0" presStyleCnt="2"/>
      <dgm:spPr/>
    </dgm:pt>
    <dgm:pt modelId="{7EF2B801-DB0E-4592-A213-A7EFD71BBD73}" type="pres">
      <dgm:prSet presAssocID="{0BE94DA3-1C89-49D3-9327-F06693DA8317}" presName="root2" presStyleCnt="0"/>
      <dgm:spPr/>
    </dgm:pt>
    <dgm:pt modelId="{8C097D08-1157-4C06-A58E-8389F4067D81}" type="pres">
      <dgm:prSet presAssocID="{0BE94DA3-1C89-49D3-9327-F06693DA8317}" presName="LevelTwoTextNode" presStyleLbl="node3" presStyleIdx="0" presStyleCnt="2" custLinFactNeighborX="190" custLinFactNeighborY="-6075">
        <dgm:presLayoutVars>
          <dgm:chPref val="3"/>
        </dgm:presLayoutVars>
      </dgm:prSet>
      <dgm:spPr/>
    </dgm:pt>
    <dgm:pt modelId="{DEDF4A00-C57B-451E-84FB-31A5ABB7C615}" type="pres">
      <dgm:prSet presAssocID="{0BE94DA3-1C89-49D3-9327-F06693DA8317}" presName="level3hierChild" presStyleCnt="0"/>
      <dgm:spPr/>
    </dgm:pt>
    <dgm:pt modelId="{7B3B1091-FB07-4072-AE2F-EC85606A2E48}" type="pres">
      <dgm:prSet presAssocID="{406D5F6A-1184-4516-8CE1-306C2CC947C7}" presName="conn2-1" presStyleLbl="parChTrans1D3" presStyleIdx="1" presStyleCnt="2"/>
      <dgm:spPr/>
    </dgm:pt>
    <dgm:pt modelId="{FFFC479C-E878-47AB-BD5D-FF5331262191}" type="pres">
      <dgm:prSet presAssocID="{406D5F6A-1184-4516-8CE1-306C2CC947C7}" presName="connTx" presStyleLbl="parChTrans1D3" presStyleIdx="1" presStyleCnt="2"/>
      <dgm:spPr/>
    </dgm:pt>
    <dgm:pt modelId="{B9122C60-13B1-4BEB-9DBD-3F6AFDCCD4F4}" type="pres">
      <dgm:prSet presAssocID="{649F8225-F830-46E6-B16F-03F88653297D}" presName="root2" presStyleCnt="0"/>
      <dgm:spPr/>
    </dgm:pt>
    <dgm:pt modelId="{1247C628-9A54-4B51-935E-87D42B9B0B32}" type="pres">
      <dgm:prSet presAssocID="{649F8225-F830-46E6-B16F-03F88653297D}" presName="LevelTwoTextNode" presStyleLbl="node3" presStyleIdx="1" presStyleCnt="2">
        <dgm:presLayoutVars>
          <dgm:chPref val="3"/>
        </dgm:presLayoutVars>
      </dgm:prSet>
      <dgm:spPr/>
    </dgm:pt>
    <dgm:pt modelId="{F79330AA-7C13-4541-806E-18B1F6E54271}" type="pres">
      <dgm:prSet presAssocID="{649F8225-F830-46E6-B16F-03F88653297D}" presName="level3hierChild" presStyleCnt="0"/>
      <dgm:spPr/>
    </dgm:pt>
    <dgm:pt modelId="{D09A8858-C5B1-4176-9BC5-3AF2A1E2EC3C}" type="pres">
      <dgm:prSet presAssocID="{AB6295E1-5F04-49C7-B46A-400E606E3875}" presName="conn2-1" presStyleLbl="parChTrans1D2" presStyleIdx="1" presStyleCnt="2"/>
      <dgm:spPr/>
    </dgm:pt>
    <dgm:pt modelId="{1CA32446-119D-4627-B3D2-10015E3137F2}" type="pres">
      <dgm:prSet presAssocID="{AB6295E1-5F04-49C7-B46A-400E606E3875}" presName="connTx" presStyleLbl="parChTrans1D2" presStyleIdx="1" presStyleCnt="2"/>
      <dgm:spPr/>
    </dgm:pt>
    <dgm:pt modelId="{8DB2670B-F9F2-4583-B8B0-AAD3A8963F88}" type="pres">
      <dgm:prSet presAssocID="{A76EEA8A-5ACB-4017-A289-46DAF6BE0D6B}" presName="root2" presStyleCnt="0"/>
      <dgm:spPr/>
    </dgm:pt>
    <dgm:pt modelId="{F2F8B6FB-6016-452A-9313-2183A69AB07C}" type="pres">
      <dgm:prSet presAssocID="{A76EEA8A-5ACB-4017-A289-46DAF6BE0D6B}" presName="LevelTwoTextNode" presStyleLbl="node2" presStyleIdx="1" presStyleCnt="2">
        <dgm:presLayoutVars>
          <dgm:chPref val="3"/>
        </dgm:presLayoutVars>
      </dgm:prSet>
      <dgm:spPr/>
    </dgm:pt>
    <dgm:pt modelId="{40FA5A25-B28D-426C-A81A-12BE21368849}" type="pres">
      <dgm:prSet presAssocID="{A76EEA8A-5ACB-4017-A289-46DAF6BE0D6B}" presName="level3hierChild" presStyleCnt="0"/>
      <dgm:spPr/>
    </dgm:pt>
  </dgm:ptLst>
  <dgm:cxnLst>
    <dgm:cxn modelId="{31A26606-0FD5-4D77-B9A7-594E5E05739D}" type="presOf" srcId="{C10BBE37-8AAB-43CE-A5FA-49CCACCD787D}" destId="{C7503F3F-7D3B-4064-88EC-13C96CBF53D9}" srcOrd="0" destOrd="0" presId="urn:microsoft.com/office/officeart/2005/8/layout/hierarchy2"/>
    <dgm:cxn modelId="{3FE6B506-C570-499D-8C04-AAAC44A2DED5}" type="presOf" srcId="{DBC4033E-9E58-4F60-A8D4-351275E97E7D}" destId="{375F7E64-554D-4CA2-89A6-B1103C624EB3}" srcOrd="0" destOrd="0" presId="urn:microsoft.com/office/officeart/2005/8/layout/hierarchy2"/>
    <dgm:cxn modelId="{623FA61A-C3C3-40AF-9BC0-32F848618A53}" type="presOf" srcId="{D2E305A6-4458-463F-BDF5-B45191079E72}" destId="{1AD610BF-54B1-46D2-B4AD-1A66DC76221E}" srcOrd="0" destOrd="0" presId="urn:microsoft.com/office/officeart/2005/8/layout/hierarchy2"/>
    <dgm:cxn modelId="{D6851C1B-642A-4D7D-B40C-87A78A53F198}" type="presOf" srcId="{406D5F6A-1184-4516-8CE1-306C2CC947C7}" destId="{7B3B1091-FB07-4072-AE2F-EC85606A2E48}" srcOrd="0" destOrd="0" presId="urn:microsoft.com/office/officeart/2005/8/layout/hierarchy2"/>
    <dgm:cxn modelId="{8518CE34-A8D1-4A10-A3F6-FE9524BB2698}" type="presOf" srcId="{0BE94DA3-1C89-49D3-9327-F06693DA8317}" destId="{8C097D08-1157-4C06-A58E-8389F4067D81}" srcOrd="0" destOrd="0" presId="urn:microsoft.com/office/officeart/2005/8/layout/hierarchy2"/>
    <dgm:cxn modelId="{6C597147-C405-4566-9505-97956B38FE0E}" srcId="{8D75E492-6FBF-4376-958C-F6554C167669}" destId="{C10BBE37-8AAB-43CE-A5FA-49CCACCD787D}" srcOrd="0" destOrd="0" parTransId="{0C304BB0-47DD-4BC9-864F-478EF4AD42F1}" sibTransId="{8B48F64D-451A-4F40-8A95-EBF528D328F6}"/>
    <dgm:cxn modelId="{25462457-A521-42F7-8D8C-5CEA3F625C8C}" srcId="{C10BBE37-8AAB-43CE-A5FA-49CCACCD787D}" destId="{D2E305A6-4458-463F-BDF5-B45191079E72}" srcOrd="0" destOrd="0" parTransId="{00313123-661B-42C2-B479-DEC74C3AE899}" sibTransId="{0AC12154-D861-4737-8D70-9B2FC4D11FEE}"/>
    <dgm:cxn modelId="{77B1CD67-D87B-4389-9FFD-25AE2052CB2B}" srcId="{D2E305A6-4458-463F-BDF5-B45191079E72}" destId="{0BE94DA3-1C89-49D3-9327-F06693DA8317}" srcOrd="0" destOrd="0" parTransId="{DBC4033E-9E58-4F60-A8D4-351275E97E7D}" sibTransId="{C08B6EC1-DEC9-4D07-94B0-90982A03D167}"/>
    <dgm:cxn modelId="{2EAF457A-5BE6-4B40-8C85-3A704BD49691}" type="presOf" srcId="{00313123-661B-42C2-B479-DEC74C3AE899}" destId="{CFD28BC4-1BF7-4D7B-80E3-96275FF6367C}" srcOrd="1" destOrd="0" presId="urn:microsoft.com/office/officeart/2005/8/layout/hierarchy2"/>
    <dgm:cxn modelId="{8FC2327B-3B31-4DD2-95BC-2B962589DACD}" type="presOf" srcId="{DBC4033E-9E58-4F60-A8D4-351275E97E7D}" destId="{26A8D8B7-71E2-45B5-A155-B4837A3E6E6F}" srcOrd="1" destOrd="0" presId="urn:microsoft.com/office/officeart/2005/8/layout/hierarchy2"/>
    <dgm:cxn modelId="{DF9D59A1-B716-43FA-B1DF-AA10B26D448D}" type="presOf" srcId="{406D5F6A-1184-4516-8CE1-306C2CC947C7}" destId="{FFFC479C-E878-47AB-BD5D-FF5331262191}" srcOrd="1" destOrd="0" presId="urn:microsoft.com/office/officeart/2005/8/layout/hierarchy2"/>
    <dgm:cxn modelId="{DE1E76B1-20B2-4B2D-8358-E39E5B9FDB9B}" srcId="{D2E305A6-4458-463F-BDF5-B45191079E72}" destId="{649F8225-F830-46E6-B16F-03F88653297D}" srcOrd="1" destOrd="0" parTransId="{406D5F6A-1184-4516-8CE1-306C2CC947C7}" sibTransId="{BE19B28F-EFC8-46D5-87DA-565EAC5A5936}"/>
    <dgm:cxn modelId="{E9F463C8-7602-4826-A23E-7BBAA5E80CBF}" type="presOf" srcId="{8D75E492-6FBF-4376-958C-F6554C167669}" destId="{1ECA9E77-FBB1-4A44-A433-2DEE8220C247}" srcOrd="0" destOrd="0" presId="urn:microsoft.com/office/officeart/2005/8/layout/hierarchy2"/>
    <dgm:cxn modelId="{A31A65D0-C43C-4B59-86C8-7383E6F8DE46}" type="presOf" srcId="{AB6295E1-5F04-49C7-B46A-400E606E3875}" destId="{1CA32446-119D-4627-B3D2-10015E3137F2}" srcOrd="1" destOrd="0" presId="urn:microsoft.com/office/officeart/2005/8/layout/hierarchy2"/>
    <dgm:cxn modelId="{AB0DFFD1-9D7C-4C8F-A512-619352F25FB6}" type="presOf" srcId="{649F8225-F830-46E6-B16F-03F88653297D}" destId="{1247C628-9A54-4B51-935E-87D42B9B0B32}" srcOrd="0" destOrd="0" presId="urn:microsoft.com/office/officeart/2005/8/layout/hierarchy2"/>
    <dgm:cxn modelId="{6B43DCD2-E3BD-438C-A292-2A4A95799DC0}" type="presOf" srcId="{00313123-661B-42C2-B479-DEC74C3AE899}" destId="{B027D857-9045-4AF4-9E10-333760586666}" srcOrd="0" destOrd="0" presId="urn:microsoft.com/office/officeart/2005/8/layout/hierarchy2"/>
    <dgm:cxn modelId="{93F3FEDC-0ADF-4B6F-A02E-57DC165FF81D}" srcId="{C10BBE37-8AAB-43CE-A5FA-49CCACCD787D}" destId="{A76EEA8A-5ACB-4017-A289-46DAF6BE0D6B}" srcOrd="1" destOrd="0" parTransId="{AB6295E1-5F04-49C7-B46A-400E606E3875}" sibTransId="{51C0E74F-4288-4965-A4AB-E4576C975CC9}"/>
    <dgm:cxn modelId="{EE22D8E8-7A34-4DA5-A7C0-F9500B528161}" type="presOf" srcId="{AB6295E1-5F04-49C7-B46A-400E606E3875}" destId="{D09A8858-C5B1-4176-9BC5-3AF2A1E2EC3C}" srcOrd="0" destOrd="0" presId="urn:microsoft.com/office/officeart/2005/8/layout/hierarchy2"/>
    <dgm:cxn modelId="{E48E02EF-A4EC-443C-A133-90E7CDFE6641}" type="presOf" srcId="{A76EEA8A-5ACB-4017-A289-46DAF6BE0D6B}" destId="{F2F8B6FB-6016-452A-9313-2183A69AB07C}" srcOrd="0" destOrd="0" presId="urn:microsoft.com/office/officeart/2005/8/layout/hierarchy2"/>
    <dgm:cxn modelId="{047EA2E2-31E3-4965-81CD-D428E3FC1786}" type="presParOf" srcId="{1ECA9E77-FBB1-4A44-A433-2DEE8220C247}" destId="{B6E4FAC1-4975-42EB-A3C9-761989CDFE0C}" srcOrd="0" destOrd="0" presId="urn:microsoft.com/office/officeart/2005/8/layout/hierarchy2"/>
    <dgm:cxn modelId="{70C27F67-F14E-4D9D-AE3D-271E0BE0298C}" type="presParOf" srcId="{B6E4FAC1-4975-42EB-A3C9-761989CDFE0C}" destId="{C7503F3F-7D3B-4064-88EC-13C96CBF53D9}" srcOrd="0" destOrd="0" presId="urn:microsoft.com/office/officeart/2005/8/layout/hierarchy2"/>
    <dgm:cxn modelId="{29417C92-05E5-4E6B-9F37-8E0365DFDAD5}" type="presParOf" srcId="{B6E4FAC1-4975-42EB-A3C9-761989CDFE0C}" destId="{F813D242-13B6-4733-8425-7B5311383AE7}" srcOrd="1" destOrd="0" presId="urn:microsoft.com/office/officeart/2005/8/layout/hierarchy2"/>
    <dgm:cxn modelId="{69AB87B8-AACD-4620-AD5E-D372D7DC2A44}" type="presParOf" srcId="{F813D242-13B6-4733-8425-7B5311383AE7}" destId="{B027D857-9045-4AF4-9E10-333760586666}" srcOrd="0" destOrd="0" presId="urn:microsoft.com/office/officeart/2005/8/layout/hierarchy2"/>
    <dgm:cxn modelId="{88655314-A37E-498A-ABDE-6BE723FF969C}" type="presParOf" srcId="{B027D857-9045-4AF4-9E10-333760586666}" destId="{CFD28BC4-1BF7-4D7B-80E3-96275FF6367C}" srcOrd="0" destOrd="0" presId="urn:microsoft.com/office/officeart/2005/8/layout/hierarchy2"/>
    <dgm:cxn modelId="{78688785-2686-44A6-8172-5D40A43C9038}" type="presParOf" srcId="{F813D242-13B6-4733-8425-7B5311383AE7}" destId="{3610D216-3FAA-4FEF-988B-5D6631A9D35D}" srcOrd="1" destOrd="0" presId="urn:microsoft.com/office/officeart/2005/8/layout/hierarchy2"/>
    <dgm:cxn modelId="{FCF60D07-49AF-4BD8-AEA9-1B3A74605ED6}" type="presParOf" srcId="{3610D216-3FAA-4FEF-988B-5D6631A9D35D}" destId="{1AD610BF-54B1-46D2-B4AD-1A66DC76221E}" srcOrd="0" destOrd="0" presId="urn:microsoft.com/office/officeart/2005/8/layout/hierarchy2"/>
    <dgm:cxn modelId="{70D7EBBD-F07F-42E2-950E-1C0FADA8A8E2}" type="presParOf" srcId="{3610D216-3FAA-4FEF-988B-5D6631A9D35D}" destId="{37F04D4B-3154-470E-955D-44710985A066}" srcOrd="1" destOrd="0" presId="urn:microsoft.com/office/officeart/2005/8/layout/hierarchy2"/>
    <dgm:cxn modelId="{3D005D26-9C43-453D-849B-9E94065BB3FC}" type="presParOf" srcId="{37F04D4B-3154-470E-955D-44710985A066}" destId="{375F7E64-554D-4CA2-89A6-B1103C624EB3}" srcOrd="0" destOrd="0" presId="urn:microsoft.com/office/officeart/2005/8/layout/hierarchy2"/>
    <dgm:cxn modelId="{897B04B0-659D-4813-A7B2-2F0B44AE4C28}" type="presParOf" srcId="{375F7E64-554D-4CA2-89A6-B1103C624EB3}" destId="{26A8D8B7-71E2-45B5-A155-B4837A3E6E6F}" srcOrd="0" destOrd="0" presId="urn:microsoft.com/office/officeart/2005/8/layout/hierarchy2"/>
    <dgm:cxn modelId="{AD0E80FF-574F-4850-B006-16C8D22075B4}" type="presParOf" srcId="{37F04D4B-3154-470E-955D-44710985A066}" destId="{7EF2B801-DB0E-4592-A213-A7EFD71BBD73}" srcOrd="1" destOrd="0" presId="urn:microsoft.com/office/officeart/2005/8/layout/hierarchy2"/>
    <dgm:cxn modelId="{C73F97AD-27AB-4513-8C7B-3F49FFB304C0}" type="presParOf" srcId="{7EF2B801-DB0E-4592-A213-A7EFD71BBD73}" destId="{8C097D08-1157-4C06-A58E-8389F4067D81}" srcOrd="0" destOrd="0" presId="urn:microsoft.com/office/officeart/2005/8/layout/hierarchy2"/>
    <dgm:cxn modelId="{FD475E34-6039-4021-BC01-C6614FA2D00B}" type="presParOf" srcId="{7EF2B801-DB0E-4592-A213-A7EFD71BBD73}" destId="{DEDF4A00-C57B-451E-84FB-31A5ABB7C615}" srcOrd="1" destOrd="0" presId="urn:microsoft.com/office/officeart/2005/8/layout/hierarchy2"/>
    <dgm:cxn modelId="{E9577C08-7907-4782-9F73-CE82FBD96002}" type="presParOf" srcId="{37F04D4B-3154-470E-955D-44710985A066}" destId="{7B3B1091-FB07-4072-AE2F-EC85606A2E48}" srcOrd="2" destOrd="0" presId="urn:microsoft.com/office/officeart/2005/8/layout/hierarchy2"/>
    <dgm:cxn modelId="{38246512-CCFA-4CD2-828F-F139E553367C}" type="presParOf" srcId="{7B3B1091-FB07-4072-AE2F-EC85606A2E48}" destId="{FFFC479C-E878-47AB-BD5D-FF5331262191}" srcOrd="0" destOrd="0" presId="urn:microsoft.com/office/officeart/2005/8/layout/hierarchy2"/>
    <dgm:cxn modelId="{CCA2D7F6-AA9F-411A-B6F6-5B23217B88B6}" type="presParOf" srcId="{37F04D4B-3154-470E-955D-44710985A066}" destId="{B9122C60-13B1-4BEB-9DBD-3F6AFDCCD4F4}" srcOrd="3" destOrd="0" presId="urn:microsoft.com/office/officeart/2005/8/layout/hierarchy2"/>
    <dgm:cxn modelId="{C42AE6C6-6FAE-4E29-8008-FA3B7E1C6855}" type="presParOf" srcId="{B9122C60-13B1-4BEB-9DBD-3F6AFDCCD4F4}" destId="{1247C628-9A54-4B51-935E-87D42B9B0B32}" srcOrd="0" destOrd="0" presId="urn:microsoft.com/office/officeart/2005/8/layout/hierarchy2"/>
    <dgm:cxn modelId="{21ECC1C3-C71F-43DB-9407-642816EE5478}" type="presParOf" srcId="{B9122C60-13B1-4BEB-9DBD-3F6AFDCCD4F4}" destId="{F79330AA-7C13-4541-806E-18B1F6E54271}" srcOrd="1" destOrd="0" presId="urn:microsoft.com/office/officeart/2005/8/layout/hierarchy2"/>
    <dgm:cxn modelId="{96080614-38C0-4790-9F93-3FECBD9FE263}" type="presParOf" srcId="{F813D242-13B6-4733-8425-7B5311383AE7}" destId="{D09A8858-C5B1-4176-9BC5-3AF2A1E2EC3C}" srcOrd="2" destOrd="0" presId="urn:microsoft.com/office/officeart/2005/8/layout/hierarchy2"/>
    <dgm:cxn modelId="{9F171C35-5928-4988-BD2C-41A10A6F9706}" type="presParOf" srcId="{D09A8858-C5B1-4176-9BC5-3AF2A1E2EC3C}" destId="{1CA32446-119D-4627-B3D2-10015E3137F2}" srcOrd="0" destOrd="0" presId="urn:microsoft.com/office/officeart/2005/8/layout/hierarchy2"/>
    <dgm:cxn modelId="{6FC58C65-A92D-4476-ADD8-CBE6F6FDA14B}" type="presParOf" srcId="{F813D242-13B6-4733-8425-7B5311383AE7}" destId="{8DB2670B-F9F2-4583-B8B0-AAD3A8963F88}" srcOrd="3" destOrd="0" presId="urn:microsoft.com/office/officeart/2005/8/layout/hierarchy2"/>
    <dgm:cxn modelId="{79DCD2BF-16EC-493A-8E8F-1AFAD35F77CF}" type="presParOf" srcId="{8DB2670B-F9F2-4583-B8B0-AAD3A8963F88}" destId="{F2F8B6FB-6016-452A-9313-2183A69AB07C}" srcOrd="0" destOrd="0" presId="urn:microsoft.com/office/officeart/2005/8/layout/hierarchy2"/>
    <dgm:cxn modelId="{4AD9811C-0332-43E3-97E3-823AEB4DBA89}" type="presParOf" srcId="{8DB2670B-F9F2-4583-B8B0-AAD3A8963F88}" destId="{40FA5A25-B28D-426C-A81A-12BE2136884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4EC8CA-31BB-0549-A520-7155693FEC75}">
      <dsp:nvSpPr>
        <dsp:cNvPr id="0" name=""/>
        <dsp:cNvSpPr/>
      </dsp:nvSpPr>
      <dsp:spPr>
        <a:xfrm rot="16200000">
          <a:off x="1814" y="3654"/>
          <a:ext cx="2016069" cy="2017763"/>
        </a:xfrm>
        <a:prstGeom prst="up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/>
            <a:t>Rzeczy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/>
            <a:t>(art. 45 KC)</a:t>
          </a:r>
        </a:p>
      </dsp:txBody>
      <dsp:txXfrm rot="5400000">
        <a:off x="353779" y="508518"/>
        <a:ext cx="1664951" cy="1008035"/>
      </dsp:txXfrm>
    </dsp:sp>
    <dsp:sp modelId="{692890FB-31DC-E848-94A8-6161172F7E55}">
      <dsp:nvSpPr>
        <dsp:cNvPr id="0" name=""/>
        <dsp:cNvSpPr/>
      </dsp:nvSpPr>
      <dsp:spPr>
        <a:xfrm rot="5400000">
          <a:off x="4730517" y="4501"/>
          <a:ext cx="2016069" cy="2016069"/>
        </a:xfrm>
        <a:prstGeom prst="up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600" kern="1200" dirty="0"/>
            <a:t>Dobra niematerialne</a:t>
          </a:r>
        </a:p>
      </dsp:txBody>
      <dsp:txXfrm rot="-5400000">
        <a:off x="4730517" y="508518"/>
        <a:ext cx="1663257" cy="10080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4AF8E3-4306-3C44-925E-1B892B80DDDC}">
      <dsp:nvSpPr>
        <dsp:cNvPr id="0" name=""/>
        <dsp:cNvSpPr/>
      </dsp:nvSpPr>
      <dsp:spPr>
        <a:xfrm rot="5400000">
          <a:off x="1212849" y="785193"/>
          <a:ext cx="3479409" cy="277887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700" kern="1200" dirty="0">
              <a:highlight>
                <a:srgbClr val="00FF00"/>
              </a:highlight>
            </a:rPr>
            <a:t>Ochrona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700" kern="1200" dirty="0"/>
            <a:t>realizowana przez państwo i normy prawne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700" kern="1200" dirty="0">
              <a:highlight>
                <a:srgbClr val="00FF00"/>
              </a:highlight>
            </a:rPr>
            <a:t>Własności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700" kern="1200" dirty="0"/>
            <a:t>Nieograniczone (poza wyjątkami) władanie rzeczą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700" kern="1200" dirty="0">
              <a:highlight>
                <a:srgbClr val="00FF00"/>
              </a:highlight>
            </a:rPr>
            <a:t>Intelektualnej</a:t>
          </a:r>
        </a:p>
        <a:p>
          <a:pPr marL="342900" lvl="2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700" kern="1200" dirty="0"/>
            <a:t>Zdolności umysłowe i twórcze</a:t>
          </a:r>
        </a:p>
      </dsp:txBody>
      <dsp:txXfrm rot="-5400000">
        <a:off x="1563117" y="570579"/>
        <a:ext cx="2643221" cy="3208103"/>
      </dsp:txXfrm>
    </dsp:sp>
    <dsp:sp modelId="{A9B023BE-AACF-D24A-BAF9-9D31C62D3BDB}">
      <dsp:nvSpPr>
        <dsp:cNvPr id="0" name=""/>
        <dsp:cNvSpPr/>
      </dsp:nvSpPr>
      <dsp:spPr>
        <a:xfrm>
          <a:off x="6808" y="0"/>
          <a:ext cx="1563117" cy="434926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500" kern="1200" dirty="0"/>
            <a:t>Zakres pojęcia</a:t>
          </a:r>
        </a:p>
      </dsp:txBody>
      <dsp:txXfrm>
        <a:off x="83113" y="76305"/>
        <a:ext cx="1410507" cy="41966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044C18-DD99-F941-AA65-9B1658B5B902}">
      <dsp:nvSpPr>
        <dsp:cNvPr id="0" name=""/>
        <dsp:cNvSpPr/>
      </dsp:nvSpPr>
      <dsp:spPr>
        <a:xfrm>
          <a:off x="5579616" y="3524414"/>
          <a:ext cx="331886" cy="1017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17785"/>
              </a:lnTo>
              <a:lnTo>
                <a:pt x="331886" y="1017785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914FA5-7B3A-A644-B800-27B9E9B0247E}">
      <dsp:nvSpPr>
        <dsp:cNvPr id="0" name=""/>
        <dsp:cNvSpPr/>
      </dsp:nvSpPr>
      <dsp:spPr>
        <a:xfrm>
          <a:off x="3787427" y="1953483"/>
          <a:ext cx="2677219" cy="4646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2320"/>
              </a:lnTo>
              <a:lnTo>
                <a:pt x="2677219" y="232320"/>
              </a:lnTo>
              <a:lnTo>
                <a:pt x="2677219" y="464641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A6C9FC-8400-0F49-ADC2-F3964B74791E}">
      <dsp:nvSpPr>
        <dsp:cNvPr id="0" name=""/>
        <dsp:cNvSpPr/>
      </dsp:nvSpPr>
      <dsp:spPr>
        <a:xfrm>
          <a:off x="2902396" y="3524414"/>
          <a:ext cx="331886" cy="1017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17785"/>
              </a:lnTo>
              <a:lnTo>
                <a:pt x="331886" y="1017785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2048D3-E1D4-C448-AE76-A2A42ED784B6}">
      <dsp:nvSpPr>
        <dsp:cNvPr id="0" name=""/>
        <dsp:cNvSpPr/>
      </dsp:nvSpPr>
      <dsp:spPr>
        <a:xfrm>
          <a:off x="3741707" y="1953483"/>
          <a:ext cx="91440" cy="46464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64641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33D1F4-6733-3F43-9A92-3699932B8481}">
      <dsp:nvSpPr>
        <dsp:cNvPr id="0" name=""/>
        <dsp:cNvSpPr/>
      </dsp:nvSpPr>
      <dsp:spPr>
        <a:xfrm>
          <a:off x="225176" y="3524414"/>
          <a:ext cx="289006" cy="1017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17785"/>
              </a:lnTo>
              <a:lnTo>
                <a:pt x="289006" y="1017785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61F7C6-403D-C840-9D46-EC69BDD8F843}">
      <dsp:nvSpPr>
        <dsp:cNvPr id="0" name=""/>
        <dsp:cNvSpPr/>
      </dsp:nvSpPr>
      <dsp:spPr>
        <a:xfrm>
          <a:off x="1110208" y="1953483"/>
          <a:ext cx="2677219" cy="464641"/>
        </a:xfrm>
        <a:custGeom>
          <a:avLst/>
          <a:gdLst/>
          <a:ahLst/>
          <a:cxnLst/>
          <a:rect l="0" t="0" r="0" b="0"/>
          <a:pathLst>
            <a:path>
              <a:moveTo>
                <a:pt x="2677219" y="0"/>
              </a:moveTo>
              <a:lnTo>
                <a:pt x="2677219" y="232320"/>
              </a:lnTo>
              <a:lnTo>
                <a:pt x="0" y="232320"/>
              </a:lnTo>
              <a:lnTo>
                <a:pt x="0" y="464641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3F6CC6-C9E1-5D4A-86F4-40C02FFE71DB}">
      <dsp:nvSpPr>
        <dsp:cNvPr id="0" name=""/>
        <dsp:cNvSpPr/>
      </dsp:nvSpPr>
      <dsp:spPr>
        <a:xfrm>
          <a:off x="2248789" y="323322"/>
          <a:ext cx="3077275" cy="1630161"/>
        </a:xfrm>
        <a:prstGeom prst="rect">
          <a:avLst/>
        </a:prstGeom>
        <a:solidFill>
          <a:schemeClr val="tx2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 dirty="0">
              <a:solidFill>
                <a:schemeClr val="bg1"/>
              </a:solidFill>
            </a:rPr>
            <a:t>Prawo własności intelektualnej</a:t>
          </a:r>
        </a:p>
      </dsp:txBody>
      <dsp:txXfrm>
        <a:off x="2248789" y="323322"/>
        <a:ext cx="3077275" cy="1630161"/>
      </dsp:txXfrm>
    </dsp:sp>
    <dsp:sp modelId="{963C8B7D-DA89-CF4B-B00E-8906AE5FEB90}">
      <dsp:nvSpPr>
        <dsp:cNvPr id="0" name=""/>
        <dsp:cNvSpPr/>
      </dsp:nvSpPr>
      <dsp:spPr>
        <a:xfrm>
          <a:off x="3919" y="2418125"/>
          <a:ext cx="2212578" cy="1106289"/>
        </a:xfrm>
        <a:prstGeom prst="rect">
          <a:avLst/>
        </a:prstGeom>
        <a:solidFill>
          <a:schemeClr val="accent3">
            <a:lumMod val="40000"/>
            <a:lumOff val="6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 dirty="0">
              <a:solidFill>
                <a:schemeClr val="bg1"/>
              </a:solidFill>
            </a:rPr>
            <a:t>Prawa autorskie</a:t>
          </a:r>
        </a:p>
      </dsp:txBody>
      <dsp:txXfrm>
        <a:off x="3919" y="2418125"/>
        <a:ext cx="2212578" cy="1106289"/>
      </dsp:txXfrm>
    </dsp:sp>
    <dsp:sp modelId="{9A150953-EBF6-994E-8FF3-223B8F00185D}">
      <dsp:nvSpPr>
        <dsp:cNvPr id="0" name=""/>
        <dsp:cNvSpPr/>
      </dsp:nvSpPr>
      <dsp:spPr>
        <a:xfrm>
          <a:off x="514183" y="3989055"/>
          <a:ext cx="2212578" cy="1106289"/>
        </a:xfrm>
        <a:prstGeom prst="rect">
          <a:avLst/>
        </a:prstGeom>
        <a:solidFill>
          <a:schemeClr val="accent3">
            <a:lumMod val="20000"/>
            <a:lumOff val="8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 dirty="0">
              <a:solidFill>
                <a:schemeClr val="bg1"/>
              </a:solidFill>
            </a:rPr>
            <a:t>utwory</a:t>
          </a:r>
        </a:p>
      </dsp:txBody>
      <dsp:txXfrm>
        <a:off x="514183" y="3989055"/>
        <a:ext cx="2212578" cy="1106289"/>
      </dsp:txXfrm>
    </dsp:sp>
    <dsp:sp modelId="{315D52F5-C0FE-9B49-BE35-91661CA43460}">
      <dsp:nvSpPr>
        <dsp:cNvPr id="0" name=""/>
        <dsp:cNvSpPr/>
      </dsp:nvSpPr>
      <dsp:spPr>
        <a:xfrm>
          <a:off x="2681138" y="2418125"/>
          <a:ext cx="2212578" cy="1106289"/>
        </a:xfrm>
        <a:prstGeom prst="rect">
          <a:avLst/>
        </a:prstGeom>
        <a:solidFill>
          <a:schemeClr val="accent4">
            <a:lumMod val="40000"/>
            <a:lumOff val="6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 dirty="0">
              <a:solidFill>
                <a:schemeClr val="bg1"/>
              </a:solidFill>
            </a:rPr>
            <a:t>Prawa pokrewne</a:t>
          </a:r>
        </a:p>
      </dsp:txBody>
      <dsp:txXfrm>
        <a:off x="2681138" y="2418125"/>
        <a:ext cx="2212578" cy="1106289"/>
      </dsp:txXfrm>
    </dsp:sp>
    <dsp:sp modelId="{81B7F857-6153-164E-A576-93437D9F8716}">
      <dsp:nvSpPr>
        <dsp:cNvPr id="0" name=""/>
        <dsp:cNvSpPr/>
      </dsp:nvSpPr>
      <dsp:spPr>
        <a:xfrm>
          <a:off x="3234283" y="3989055"/>
          <a:ext cx="2212578" cy="1106289"/>
        </a:xfrm>
        <a:prstGeom prst="rect">
          <a:avLst/>
        </a:prstGeom>
        <a:solidFill>
          <a:schemeClr val="accent4">
            <a:lumMod val="20000"/>
            <a:lumOff val="8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 dirty="0">
              <a:solidFill>
                <a:schemeClr val="bg1"/>
              </a:solidFill>
            </a:rPr>
            <a:t>Np. artystyczne wykonania, fonogramy, wideogramy</a:t>
          </a:r>
        </a:p>
      </dsp:txBody>
      <dsp:txXfrm>
        <a:off x="3234283" y="3989055"/>
        <a:ext cx="2212578" cy="1106289"/>
      </dsp:txXfrm>
    </dsp:sp>
    <dsp:sp modelId="{D6F20090-842D-1249-B26B-0ECBE556B9D9}">
      <dsp:nvSpPr>
        <dsp:cNvPr id="0" name=""/>
        <dsp:cNvSpPr/>
      </dsp:nvSpPr>
      <dsp:spPr>
        <a:xfrm>
          <a:off x="5358358" y="2418125"/>
          <a:ext cx="2212578" cy="1106289"/>
        </a:xfrm>
        <a:prstGeom prst="rect">
          <a:avLst/>
        </a:prstGeom>
        <a:solidFill>
          <a:schemeClr val="accent6">
            <a:lumMod val="40000"/>
            <a:lumOff val="6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 dirty="0">
              <a:solidFill>
                <a:schemeClr val="bg1"/>
              </a:solidFill>
            </a:rPr>
            <a:t>Prawa własności przemysłowej</a:t>
          </a:r>
        </a:p>
      </dsp:txBody>
      <dsp:txXfrm>
        <a:off x="5358358" y="2418125"/>
        <a:ext cx="2212578" cy="1106289"/>
      </dsp:txXfrm>
    </dsp:sp>
    <dsp:sp modelId="{BB767135-BF12-2F48-9F1F-1C9BE6E99893}">
      <dsp:nvSpPr>
        <dsp:cNvPr id="0" name=""/>
        <dsp:cNvSpPr/>
      </dsp:nvSpPr>
      <dsp:spPr>
        <a:xfrm>
          <a:off x="5911502" y="3989055"/>
          <a:ext cx="2212578" cy="1106289"/>
        </a:xfrm>
        <a:prstGeom prst="rect">
          <a:avLst/>
        </a:prstGeom>
        <a:solidFill>
          <a:schemeClr val="accent6">
            <a:lumMod val="20000"/>
            <a:lumOff val="8000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900" kern="1200" dirty="0">
              <a:solidFill>
                <a:schemeClr val="bg1"/>
              </a:solidFill>
            </a:rPr>
            <a:t>Np. wynalazki, znaki towarowe, wzory przemysłowe</a:t>
          </a:r>
        </a:p>
      </dsp:txBody>
      <dsp:txXfrm>
        <a:off x="5911502" y="3989055"/>
        <a:ext cx="2212578" cy="11062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B0E104-2A6E-428A-B84D-D3965B44B152}">
      <dsp:nvSpPr>
        <dsp:cNvPr id="0" name=""/>
        <dsp:cNvSpPr/>
      </dsp:nvSpPr>
      <dsp:spPr>
        <a:xfrm>
          <a:off x="0" y="293270"/>
          <a:ext cx="10346138" cy="5528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975" tIns="270764" rIns="802975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 err="1"/>
            <a:t>ochrona</a:t>
          </a:r>
          <a:r>
            <a:rPr lang="en-GB" sz="1300" kern="1200" dirty="0"/>
            <a:t> </a:t>
          </a:r>
          <a:r>
            <a:rPr lang="en-GB" sz="1300" kern="1200" dirty="0" err="1"/>
            <a:t>dzieł</a:t>
          </a:r>
          <a:r>
            <a:rPr lang="en-GB" sz="1300" kern="1200" dirty="0"/>
            <a:t> </a:t>
          </a:r>
          <a:r>
            <a:rPr lang="en-GB" sz="1300" kern="1200" dirty="0" err="1"/>
            <a:t>literackich</a:t>
          </a:r>
          <a:r>
            <a:rPr lang="en-GB" sz="1300" kern="1200" dirty="0"/>
            <a:t> </a:t>
          </a:r>
          <a:r>
            <a:rPr lang="en-GB" sz="1300" kern="1200" dirty="0" err="1"/>
            <a:t>naukowych</a:t>
          </a:r>
          <a:r>
            <a:rPr lang="en-GB" sz="1300" kern="1200" dirty="0"/>
            <a:t>, </a:t>
          </a:r>
          <a:r>
            <a:rPr lang="en-GB" sz="1300" kern="1200" dirty="0" err="1"/>
            <a:t>artystycznych</a:t>
          </a:r>
          <a:r>
            <a:rPr lang="en-GB" sz="1300" kern="1200" dirty="0"/>
            <a:t> - bez </a:t>
          </a:r>
          <a:r>
            <a:rPr lang="en-GB" sz="1300" kern="1200" dirty="0" err="1"/>
            <a:t>względu</a:t>
          </a:r>
          <a:r>
            <a:rPr lang="en-GB" sz="1300" kern="1200" dirty="0"/>
            <a:t> </a:t>
          </a:r>
          <a:r>
            <a:rPr lang="en-GB" sz="1300" kern="1200" dirty="0" err="1"/>
            <a:t>na</a:t>
          </a:r>
          <a:r>
            <a:rPr lang="en-GB" sz="1300" kern="1200" dirty="0"/>
            <a:t> </a:t>
          </a:r>
          <a:r>
            <a:rPr lang="en-GB" sz="1300" kern="1200" dirty="0" err="1"/>
            <a:t>sposób</a:t>
          </a:r>
          <a:r>
            <a:rPr lang="en-GB" sz="1300" kern="1200" dirty="0"/>
            <a:t> </a:t>
          </a:r>
          <a:r>
            <a:rPr lang="en-GB" sz="1300" kern="1200" dirty="0" err="1"/>
            <a:t>wyrażenia</a:t>
          </a:r>
          <a:endParaRPr lang="en-GB" sz="1300" kern="1200" dirty="0"/>
        </a:p>
      </dsp:txBody>
      <dsp:txXfrm>
        <a:off x="0" y="293270"/>
        <a:ext cx="10346138" cy="552825"/>
      </dsp:txXfrm>
    </dsp:sp>
    <dsp:sp modelId="{F9DD2CB5-2D87-40E9-8A98-CBE4194D2AC6}">
      <dsp:nvSpPr>
        <dsp:cNvPr id="0" name=""/>
        <dsp:cNvSpPr/>
      </dsp:nvSpPr>
      <dsp:spPr>
        <a:xfrm>
          <a:off x="517306" y="101390"/>
          <a:ext cx="7242296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742" tIns="0" rIns="27374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dirty="0"/>
            <a:t>Konwencja berneńska (1886 r.)</a:t>
          </a:r>
          <a:endParaRPr lang="en-GB" sz="1300" kern="1200" dirty="0"/>
        </a:p>
      </dsp:txBody>
      <dsp:txXfrm>
        <a:off x="536040" y="120124"/>
        <a:ext cx="7204828" cy="346292"/>
      </dsp:txXfrm>
    </dsp:sp>
    <dsp:sp modelId="{A1C5E144-E2BF-0548-8D8B-0024AFB81D37}">
      <dsp:nvSpPr>
        <dsp:cNvPr id="0" name=""/>
        <dsp:cNvSpPr/>
      </dsp:nvSpPr>
      <dsp:spPr>
        <a:xfrm>
          <a:off x="0" y="1108175"/>
          <a:ext cx="10346138" cy="7370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975" tIns="270764" rIns="802975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300" kern="1200" dirty="0"/>
            <a:t>Instytucja noty copyright, która stanowiła rodzaj surogatu dla spełnienia szczegółowych wymogów formalnych przewidywanych w państwie dochodzenia ochrony utworu </a:t>
          </a:r>
        </a:p>
      </dsp:txBody>
      <dsp:txXfrm>
        <a:off x="0" y="1108175"/>
        <a:ext cx="10346138" cy="737099"/>
      </dsp:txXfrm>
    </dsp:sp>
    <dsp:sp modelId="{CAB0B955-6D13-A446-B5C0-E439ABAF2338}">
      <dsp:nvSpPr>
        <dsp:cNvPr id="0" name=""/>
        <dsp:cNvSpPr/>
      </dsp:nvSpPr>
      <dsp:spPr>
        <a:xfrm>
          <a:off x="517306" y="916295"/>
          <a:ext cx="7242296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742" tIns="0" rIns="27374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 err="1"/>
            <a:t>Powszechna</a:t>
          </a:r>
          <a:r>
            <a:rPr lang="en-GB" sz="1300" kern="1200" dirty="0"/>
            <a:t> </a:t>
          </a:r>
          <a:r>
            <a:rPr lang="en-GB" sz="1300" kern="1200" dirty="0" err="1"/>
            <a:t>Konwencja</a:t>
          </a:r>
          <a:r>
            <a:rPr lang="en-GB" sz="1300" kern="1200" dirty="0"/>
            <a:t> o </a:t>
          </a:r>
          <a:r>
            <a:rPr lang="en-GB" sz="1300" kern="1200" dirty="0" err="1"/>
            <a:t>Prawie</a:t>
          </a:r>
          <a:r>
            <a:rPr lang="en-GB" sz="1300" kern="1200" dirty="0"/>
            <a:t> </a:t>
          </a:r>
          <a:r>
            <a:rPr lang="en-GB" sz="1300" kern="1200" dirty="0" err="1"/>
            <a:t>Autorskim</a:t>
          </a:r>
          <a:r>
            <a:rPr lang="en-GB" sz="1300" kern="1200" dirty="0"/>
            <a:t> (1952 r.)</a:t>
          </a:r>
        </a:p>
      </dsp:txBody>
      <dsp:txXfrm>
        <a:off x="536040" y="935029"/>
        <a:ext cx="7204828" cy="346292"/>
      </dsp:txXfrm>
    </dsp:sp>
    <dsp:sp modelId="{5E83B159-42F0-4A34-BCAF-FFAE9358EAA1}">
      <dsp:nvSpPr>
        <dsp:cNvPr id="0" name=""/>
        <dsp:cNvSpPr/>
      </dsp:nvSpPr>
      <dsp:spPr>
        <a:xfrm>
          <a:off x="0" y="2107355"/>
          <a:ext cx="10346138" cy="5528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975" tIns="270764" rIns="802975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300" kern="1200" dirty="0" err="1"/>
            <a:t>Prawa</a:t>
          </a:r>
          <a:r>
            <a:rPr lang="en-GB" sz="1300" kern="1200" dirty="0"/>
            <a:t> </a:t>
          </a:r>
          <a:r>
            <a:rPr lang="en-GB" sz="1300" kern="1200" dirty="0" err="1"/>
            <a:t>artystów</a:t>
          </a:r>
          <a:r>
            <a:rPr lang="en-GB" sz="1300" kern="1200" dirty="0"/>
            <a:t> </a:t>
          </a:r>
          <a:r>
            <a:rPr lang="en-GB" sz="1300" kern="1200" dirty="0" err="1"/>
            <a:t>wykonawców</a:t>
          </a:r>
          <a:r>
            <a:rPr lang="en-GB" sz="1300" kern="1200" dirty="0"/>
            <a:t>, </a:t>
          </a:r>
          <a:r>
            <a:rPr lang="en-GB" sz="1300" kern="1200" dirty="0" err="1"/>
            <a:t>prawa</a:t>
          </a:r>
          <a:r>
            <a:rPr lang="en-GB" sz="1300" kern="1200" dirty="0"/>
            <a:t> </a:t>
          </a:r>
          <a:r>
            <a:rPr lang="en-GB" sz="1300" kern="1200" dirty="0" err="1"/>
            <a:t>producentów</a:t>
          </a:r>
          <a:r>
            <a:rPr lang="en-GB" sz="1300" kern="1200" dirty="0"/>
            <a:t> </a:t>
          </a:r>
          <a:r>
            <a:rPr lang="en-GB" sz="1300" kern="1200" dirty="0" err="1"/>
            <a:t>fonogramów</a:t>
          </a:r>
          <a:r>
            <a:rPr lang="en-GB" sz="1300" kern="1200" dirty="0"/>
            <a:t>, </a:t>
          </a:r>
          <a:r>
            <a:rPr lang="en-GB" sz="1300" kern="1200" dirty="0" err="1"/>
            <a:t>prawa</a:t>
          </a:r>
          <a:r>
            <a:rPr lang="en-GB" sz="1300" kern="1200" dirty="0"/>
            <a:t> do </a:t>
          </a:r>
          <a:r>
            <a:rPr lang="en-GB" sz="1300" kern="1200" dirty="0" err="1"/>
            <a:t>nadań</a:t>
          </a:r>
          <a:r>
            <a:rPr lang="en-GB" sz="1300" kern="1200" dirty="0"/>
            <a:t> </a:t>
          </a:r>
        </a:p>
      </dsp:txBody>
      <dsp:txXfrm>
        <a:off x="0" y="2107355"/>
        <a:ext cx="10346138" cy="552825"/>
      </dsp:txXfrm>
    </dsp:sp>
    <dsp:sp modelId="{D00A92DA-EE6D-4B6F-B2E5-A46C8D0BFAEE}">
      <dsp:nvSpPr>
        <dsp:cNvPr id="0" name=""/>
        <dsp:cNvSpPr/>
      </dsp:nvSpPr>
      <dsp:spPr>
        <a:xfrm>
          <a:off x="517306" y="1915475"/>
          <a:ext cx="7242296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742" tIns="0" rIns="27374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dirty="0"/>
            <a:t>Konwencja rzymska (1961 r.)</a:t>
          </a:r>
          <a:endParaRPr lang="en-GB" sz="1300" kern="1200" dirty="0"/>
        </a:p>
      </dsp:txBody>
      <dsp:txXfrm>
        <a:off x="536040" y="1934209"/>
        <a:ext cx="7204828" cy="346292"/>
      </dsp:txXfrm>
    </dsp:sp>
    <dsp:sp modelId="{298271A7-B7B2-4D5D-B48C-27DD0A760E9C}">
      <dsp:nvSpPr>
        <dsp:cNvPr id="0" name=""/>
        <dsp:cNvSpPr/>
      </dsp:nvSpPr>
      <dsp:spPr>
        <a:xfrm>
          <a:off x="0" y="2922260"/>
          <a:ext cx="10346138" cy="7370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975" tIns="270764" rIns="802975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300" kern="1200" dirty="0"/>
            <a:t>załącznik 1C do Konwencji ustanawiającej Światową Organizację Handlu (WTO) uchwalonej 5.04.1994 r. w Marrakeszu, </a:t>
          </a:r>
          <a:endParaRPr lang="en-GB" sz="1300" kern="1200" dirty="0"/>
        </a:p>
      </dsp:txBody>
      <dsp:txXfrm>
        <a:off x="0" y="2922260"/>
        <a:ext cx="10346138" cy="737099"/>
      </dsp:txXfrm>
    </dsp:sp>
    <dsp:sp modelId="{7E4AFDD5-FBEA-43F8-B809-1D1901FD0334}">
      <dsp:nvSpPr>
        <dsp:cNvPr id="0" name=""/>
        <dsp:cNvSpPr/>
      </dsp:nvSpPr>
      <dsp:spPr>
        <a:xfrm>
          <a:off x="525935" y="2730380"/>
          <a:ext cx="7242296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742" tIns="0" rIns="27374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dirty="0"/>
            <a:t>Porozumienie TRIPS (1994 r.)</a:t>
          </a:r>
          <a:endParaRPr lang="en-GB" sz="1300" kern="1200" dirty="0"/>
        </a:p>
      </dsp:txBody>
      <dsp:txXfrm>
        <a:off x="544669" y="2749114"/>
        <a:ext cx="7204828" cy="346292"/>
      </dsp:txXfrm>
    </dsp:sp>
    <dsp:sp modelId="{3DD14A61-8793-4780-9FA7-51FE6A59209F}">
      <dsp:nvSpPr>
        <dsp:cNvPr id="0" name=""/>
        <dsp:cNvSpPr/>
      </dsp:nvSpPr>
      <dsp:spPr>
        <a:xfrm>
          <a:off x="0" y="3921440"/>
          <a:ext cx="10346138" cy="9213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2975" tIns="270764" rIns="802975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l-PL" sz="1300" kern="1200" dirty="0"/>
            <a:t>utrzymanie i rozwój ochrony praw autorskich i praw pokrewnych z uwzględnieniem rewolucyjnych zmian wynikających z rozwoju technologicznego, polegającego w szczególności na zastosowaniu techniki cyfrowej</a:t>
          </a:r>
          <a:endParaRPr lang="en-GB" sz="1300" kern="1200" dirty="0"/>
        </a:p>
      </dsp:txBody>
      <dsp:txXfrm>
        <a:off x="0" y="3921440"/>
        <a:ext cx="10346138" cy="921374"/>
      </dsp:txXfrm>
    </dsp:sp>
    <dsp:sp modelId="{A73DDDF0-88E0-466C-B3EF-2B68164D098B}">
      <dsp:nvSpPr>
        <dsp:cNvPr id="0" name=""/>
        <dsp:cNvSpPr/>
      </dsp:nvSpPr>
      <dsp:spPr>
        <a:xfrm>
          <a:off x="531946" y="3729560"/>
          <a:ext cx="7242296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3742" tIns="0" rIns="273742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300" kern="1200" dirty="0"/>
            <a:t>Traktaty WIPO: WCT i WPPT (1996 r.)</a:t>
          </a:r>
          <a:endParaRPr lang="en-GB" sz="1300" kern="1200" dirty="0"/>
        </a:p>
      </dsp:txBody>
      <dsp:txXfrm>
        <a:off x="550680" y="3748294"/>
        <a:ext cx="7204828" cy="34629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503F3F-7D3B-4064-88EC-13C96CBF53D9}">
      <dsp:nvSpPr>
        <dsp:cNvPr id="0" name=""/>
        <dsp:cNvSpPr/>
      </dsp:nvSpPr>
      <dsp:spPr>
        <a:xfrm>
          <a:off x="5022" y="1599436"/>
          <a:ext cx="2644304" cy="13221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 dirty="0"/>
            <a:t>System</a:t>
          </a:r>
          <a:endParaRPr lang="en-GB" sz="2800" kern="1200" dirty="0"/>
        </a:p>
      </dsp:txBody>
      <dsp:txXfrm>
        <a:off x="43747" y="1638161"/>
        <a:ext cx="2566854" cy="1244702"/>
      </dsp:txXfrm>
    </dsp:sp>
    <dsp:sp modelId="{B027D857-9045-4AF4-9E10-333760586666}">
      <dsp:nvSpPr>
        <dsp:cNvPr id="0" name=""/>
        <dsp:cNvSpPr/>
      </dsp:nvSpPr>
      <dsp:spPr>
        <a:xfrm rot="19457599">
          <a:off x="2526893" y="1848753"/>
          <a:ext cx="1302588" cy="63281"/>
        </a:xfrm>
        <a:custGeom>
          <a:avLst/>
          <a:gdLst/>
          <a:ahLst/>
          <a:cxnLst/>
          <a:rect l="0" t="0" r="0" b="0"/>
          <a:pathLst>
            <a:path>
              <a:moveTo>
                <a:pt x="0" y="31640"/>
              </a:moveTo>
              <a:lnTo>
                <a:pt x="1302588" y="3164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145622" y="1847829"/>
        <a:ext cx="65129" cy="65129"/>
      </dsp:txXfrm>
    </dsp:sp>
    <dsp:sp modelId="{1AD610BF-54B1-46D2-B4AD-1A66DC76221E}">
      <dsp:nvSpPr>
        <dsp:cNvPr id="0" name=""/>
        <dsp:cNvSpPr/>
      </dsp:nvSpPr>
      <dsp:spPr>
        <a:xfrm>
          <a:off x="3707047" y="839199"/>
          <a:ext cx="2644304" cy="13221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 dirty="0"/>
            <a:t>Kontynentalny</a:t>
          </a:r>
          <a:endParaRPr lang="en-GB" sz="2800" kern="1200" dirty="0"/>
        </a:p>
      </dsp:txBody>
      <dsp:txXfrm>
        <a:off x="3745772" y="877924"/>
        <a:ext cx="2566854" cy="1244702"/>
      </dsp:txXfrm>
    </dsp:sp>
    <dsp:sp modelId="{375F7E64-554D-4CA2-89A6-B1103C624EB3}">
      <dsp:nvSpPr>
        <dsp:cNvPr id="0" name=""/>
        <dsp:cNvSpPr/>
      </dsp:nvSpPr>
      <dsp:spPr>
        <a:xfrm rot="19302210">
          <a:off x="6205656" y="1049035"/>
          <a:ext cx="1354134" cy="63281"/>
        </a:xfrm>
        <a:custGeom>
          <a:avLst/>
          <a:gdLst/>
          <a:ahLst/>
          <a:cxnLst/>
          <a:rect l="0" t="0" r="0" b="0"/>
          <a:pathLst>
            <a:path>
              <a:moveTo>
                <a:pt x="0" y="31640"/>
              </a:moveTo>
              <a:lnTo>
                <a:pt x="1354134" y="31640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848870" y="1046822"/>
        <a:ext cx="67706" cy="67706"/>
      </dsp:txXfrm>
    </dsp:sp>
    <dsp:sp modelId="{8C097D08-1157-4C06-A58E-8389F4067D81}">
      <dsp:nvSpPr>
        <dsp:cNvPr id="0" name=""/>
        <dsp:cNvSpPr/>
      </dsp:nvSpPr>
      <dsp:spPr>
        <a:xfrm>
          <a:off x="7414095" y="0"/>
          <a:ext cx="2644304" cy="13221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 dirty="0"/>
            <a:t>Dualistyczny</a:t>
          </a:r>
          <a:endParaRPr lang="en-GB" sz="2800" kern="1200" dirty="0"/>
        </a:p>
      </dsp:txBody>
      <dsp:txXfrm>
        <a:off x="7452820" y="38725"/>
        <a:ext cx="2566854" cy="1244702"/>
      </dsp:txXfrm>
    </dsp:sp>
    <dsp:sp modelId="{7B3B1091-FB07-4072-AE2F-EC85606A2E48}">
      <dsp:nvSpPr>
        <dsp:cNvPr id="0" name=""/>
        <dsp:cNvSpPr/>
      </dsp:nvSpPr>
      <dsp:spPr>
        <a:xfrm rot="2142401">
          <a:off x="6228918" y="1848753"/>
          <a:ext cx="1302588" cy="63281"/>
        </a:xfrm>
        <a:custGeom>
          <a:avLst/>
          <a:gdLst/>
          <a:ahLst/>
          <a:cxnLst/>
          <a:rect l="0" t="0" r="0" b="0"/>
          <a:pathLst>
            <a:path>
              <a:moveTo>
                <a:pt x="0" y="31640"/>
              </a:moveTo>
              <a:lnTo>
                <a:pt x="1302588" y="31640"/>
              </a:lnTo>
            </a:path>
          </a:pathLst>
        </a:custGeom>
        <a:noFill/>
        <a:ln w="19050" cap="rnd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847648" y="1847829"/>
        <a:ext cx="65129" cy="65129"/>
      </dsp:txXfrm>
    </dsp:sp>
    <dsp:sp modelId="{1247C628-9A54-4B51-935E-87D42B9B0B32}">
      <dsp:nvSpPr>
        <dsp:cNvPr id="0" name=""/>
        <dsp:cNvSpPr/>
      </dsp:nvSpPr>
      <dsp:spPr>
        <a:xfrm>
          <a:off x="7409073" y="1599436"/>
          <a:ext cx="2644304" cy="13221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 dirty="0"/>
            <a:t>Monistyczny</a:t>
          </a:r>
          <a:endParaRPr lang="en-GB" sz="2800" kern="1200" dirty="0"/>
        </a:p>
      </dsp:txBody>
      <dsp:txXfrm>
        <a:off x="7447798" y="1638161"/>
        <a:ext cx="2566854" cy="1244702"/>
      </dsp:txXfrm>
    </dsp:sp>
    <dsp:sp modelId="{D09A8858-C5B1-4176-9BC5-3AF2A1E2EC3C}">
      <dsp:nvSpPr>
        <dsp:cNvPr id="0" name=""/>
        <dsp:cNvSpPr/>
      </dsp:nvSpPr>
      <dsp:spPr>
        <a:xfrm rot="2142401">
          <a:off x="2526893" y="2608990"/>
          <a:ext cx="1302588" cy="63281"/>
        </a:xfrm>
        <a:custGeom>
          <a:avLst/>
          <a:gdLst/>
          <a:ahLst/>
          <a:cxnLst/>
          <a:rect l="0" t="0" r="0" b="0"/>
          <a:pathLst>
            <a:path>
              <a:moveTo>
                <a:pt x="0" y="31640"/>
              </a:moveTo>
              <a:lnTo>
                <a:pt x="1302588" y="3164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145622" y="2608066"/>
        <a:ext cx="65129" cy="65129"/>
      </dsp:txXfrm>
    </dsp:sp>
    <dsp:sp modelId="{F2F8B6FB-6016-452A-9313-2183A69AB07C}">
      <dsp:nvSpPr>
        <dsp:cNvPr id="0" name=""/>
        <dsp:cNvSpPr/>
      </dsp:nvSpPr>
      <dsp:spPr>
        <a:xfrm>
          <a:off x="3707047" y="2359674"/>
          <a:ext cx="2644304" cy="13221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800" kern="1200" dirty="0"/>
            <a:t>Anglosaski</a:t>
          </a:r>
          <a:endParaRPr lang="en-GB" sz="2800" kern="1200" dirty="0"/>
        </a:p>
      </dsp:txBody>
      <dsp:txXfrm>
        <a:off x="3745772" y="2398399"/>
        <a:ext cx="2566854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1">
  <dgm:title val=""/>
  <dgm:desc val=""/>
  <dgm:catLst>
    <dgm:cat type="relationship" pri="7000"/>
    <dgm:cat type="process" pri="3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0.1"/>
          <dgm:constr type="diam" refType="w" refFor="ch" refPtType="node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2"/>
        </dgm:constrLst>
      </dgm:if>
      <dgm:if name="Name13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15"/>
        </dgm:constrLst>
      </dgm:if>
      <dgm:if name="Name14" axis="ch" ptType="node" func="cnt" op="equ" val="10">
        <dgm:constrLst>
          <dgm:constr type="primFontSz" for="ch" ptType="node" op="lte" val="65"/>
          <dgm:constr type="w" for="ch" ptType="node" refType="w"/>
          <dgm:constr type="h" for="ch" ptType="node" refType="w" refFor="ch" refPtType="node"/>
          <dgm:constr type="sibSp" refType="w" refFor="ch" refPtType="node" fact="-0.24"/>
        </dgm:constrLst>
      </dgm:if>
      <dgm:else name="Name15">
        <dgm:constrLst>
          <dgm:constr type="primFontSz" for="ch" ptType="node" op="equ" val="65"/>
          <dgm:constr type="w" for="ch" ptType="node" refType="w"/>
          <dgm:constr type="h" for="ch" ptType="node" refType="w" refFor="ch" refPtType="node"/>
          <dgm:constr type="sibSp" refType="w" refFor="ch" refPtType="node" fact="-0.35"/>
        </dgm:constrLst>
      </dgm:else>
    </dgm:choose>
    <dgm:ruleLst/>
    <dgm:forEach name="Name16" axis="ch" ptType="node">
      <dgm:layoutNode name="arrow">
        <dgm:varLst>
          <dgm:bulletEnabled val="1"/>
        </dgm:varLst>
        <dgm:alg type="tx"/>
        <dgm:shape xmlns:r="http://schemas.openxmlformats.org/officeDocument/2006/relationships" type="up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4T09:53:57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24575,'0'-17'0,"2"0"0,-2 0 0,2 8 0,-3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F44224-3A9C-124E-8B02-8C9CE74B9B63}" type="datetimeFigureOut">
              <a:rPr lang="pl-PL" smtClean="0"/>
              <a:t>6.10.2025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E1E7B-9993-9B4F-A842-9E4C81921C3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75033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10/6/25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346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10/6/25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733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10/6/25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364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10/6/25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91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10/6/25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023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10/6/25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161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10/6/25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314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10/6/25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691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10/6/25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870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10/6/25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8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10/6/25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113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l-PL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10/6/25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5557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10/6/25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0010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10/6/25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728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10/6/25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4049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10/6/25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7560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pPr/>
              <a:t>10/6/25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369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10/6/25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0141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0" r:id="rId1"/>
    <p:sldLayoutId id="2147483931" r:id="rId2"/>
    <p:sldLayoutId id="2147483932" r:id="rId3"/>
    <p:sldLayoutId id="2147483933" r:id="rId4"/>
    <p:sldLayoutId id="2147483934" r:id="rId5"/>
    <p:sldLayoutId id="2147483935" r:id="rId6"/>
    <p:sldLayoutId id="2147483936" r:id="rId7"/>
    <p:sldLayoutId id="2147483937" r:id="rId8"/>
    <p:sldLayoutId id="2147483938" r:id="rId9"/>
    <p:sldLayoutId id="2147483939" r:id="rId10"/>
    <p:sldLayoutId id="2147483940" r:id="rId11"/>
    <p:sldLayoutId id="2147483941" r:id="rId12"/>
    <p:sldLayoutId id="2147483942" r:id="rId13"/>
    <p:sldLayoutId id="2147483943" r:id="rId14"/>
    <p:sldLayoutId id="2147483944" r:id="rId15"/>
    <p:sldLayoutId id="2147483945" r:id="rId16"/>
    <p:sldLayoutId id="214748394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ukrainianlaw.blogspot.com/2016/08/protecting-your-intellectual-property.htm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hyperlink" Target="https://en.wikipedia.org/wiki/World_Intellectual_Property_Organization" TargetMode="External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hyperlink" Target="https://creativecommons.org/licenses/by-sa/3.0/" TargetMode="External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pl.wikipedia.org/wiki/Flaga_Polski" TargetMode="External"/><Relationship Id="rId13" Type="http://schemas.openxmlformats.org/officeDocument/2006/relationships/image" Target="../media/image11.png"/><Relationship Id="rId18" Type="http://schemas.openxmlformats.org/officeDocument/2006/relationships/hyperlink" Target="https://pl.wikipedia.org/wiki/Flaga_Australii" TargetMode="External"/><Relationship Id="rId3" Type="http://schemas.openxmlformats.org/officeDocument/2006/relationships/diagramLayout" Target="../diagrams/layout5.xml"/><Relationship Id="rId7" Type="http://schemas.openxmlformats.org/officeDocument/2006/relationships/image" Target="../media/image8.png"/><Relationship Id="rId12" Type="http://schemas.openxmlformats.org/officeDocument/2006/relationships/hyperlink" Target="http://pl.wikipedia.org/wiki/Flaga_W%C5%82och" TargetMode="External"/><Relationship Id="rId17" Type="http://schemas.openxmlformats.org/officeDocument/2006/relationships/image" Target="../media/image13.png"/><Relationship Id="rId2" Type="http://schemas.openxmlformats.org/officeDocument/2006/relationships/diagramData" Target="../diagrams/data5.xml"/><Relationship Id="rId16" Type="http://schemas.openxmlformats.org/officeDocument/2006/relationships/hyperlink" Target="https://en.wikipedia.org/wiki/File:Flag_of_the_United_States.svg" TargetMode="Externa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openxmlformats.org/officeDocument/2006/relationships/image" Target="../media/image10.png"/><Relationship Id="rId5" Type="http://schemas.openxmlformats.org/officeDocument/2006/relationships/diagramColors" Target="../diagrams/colors5.xml"/><Relationship Id="rId15" Type="http://schemas.openxmlformats.org/officeDocument/2006/relationships/image" Target="../media/image12.png"/><Relationship Id="rId10" Type="http://schemas.openxmlformats.org/officeDocument/2006/relationships/hyperlink" Target="https://en.wikipedia.org/wiki/Flag_of_France" TargetMode="External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9.png"/><Relationship Id="rId14" Type="http://schemas.openxmlformats.org/officeDocument/2006/relationships/hyperlink" Target="https://pl.wikipedia.org/wiki/Flaga_Niemiec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!d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xhere.com/en/photo/868962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stevenpisano/40882367194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customXml" Target="../ink/ink1.xml"/><Relationship Id="rId4" Type="http://schemas.openxmlformats.org/officeDocument/2006/relationships/hyperlink" Target="https://creativecommons.org/licenses/by/3.0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isap.sejm.gov.pl/isap.nsf/download.xsp/WDU20010490508/U/D20010508Lj.pdf" TargetMode="External"/><Relationship Id="rId2" Type="http://schemas.openxmlformats.org/officeDocument/2006/relationships/hyperlink" Target="https://isap.sejm.gov.pl/isap.nsf/download.xsp/WDU19940240083/U/D19940083Lj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playlist?list=PLEY-zSsDUaSgfksQoOPj-KCeKXSEFDb3e" TargetMode="External"/><Relationship Id="rId5" Type="http://schemas.openxmlformats.org/officeDocument/2006/relationships/hyperlink" Target="https://uprp.gov.pl/sites/default/files/2019-12/Ochrona_wlasnosci_przemyslowej_w_pigulce.pdf" TargetMode="External"/><Relationship Id="rId4" Type="http://schemas.openxmlformats.org/officeDocument/2006/relationships/hyperlink" Target="https://uprp.gov.pl/p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4676BF-C1D5-A94A-BBDA-E1C9F4F7C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01" y="1454964"/>
            <a:ext cx="3339281" cy="33088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3800"/>
              <a:t>Ochrona własności intelektualnej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848D20E-AAE1-8F42-B167-79F10EC9E0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701" y="4763803"/>
            <a:ext cx="3339281" cy="1464378"/>
          </a:xfrm>
        </p:spPr>
        <p:txBody>
          <a:bodyPr>
            <a:normAutofit/>
          </a:bodyPr>
          <a:lstStyle/>
          <a:p>
            <a:r>
              <a:rPr lang="pl-PL" sz="1800"/>
              <a:t>Agnieszka Kwiecień-Madej</a:t>
            </a:r>
          </a:p>
          <a:p>
            <a:r>
              <a:rPr lang="pl-PL" sz="1800"/>
              <a:t>agnieszka.kwiecien-madej@uwr.edu.pl</a:t>
            </a:r>
          </a:p>
          <a:p>
            <a:endParaRPr lang="pl-PL" sz="1800"/>
          </a:p>
        </p:txBody>
      </p:sp>
      <p:pic>
        <p:nvPicPr>
          <p:cNvPr id="5" name="Obraz 4" descr="Obraz zawierający krąg, Czcionka, tekst, pismo odręczne&#10;&#10;Opis wygenerowany automatycznie">
            <a:extLst>
              <a:ext uri="{FF2B5EF4-FFF2-40B4-BE49-F238E27FC236}">
                <a16:creationId xmlns:a16="http://schemas.microsoft.com/office/drawing/2014/main" id="{63DFEC98-7672-4D0B-3491-1EBB0D1417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r="7803" b="1"/>
          <a:stretch/>
        </p:blipFill>
        <p:spPr>
          <a:xfrm>
            <a:off x="4634682" y="10"/>
            <a:ext cx="7557319" cy="6857990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55578C97-C609-FA1B-0397-B68C39D8D3E4}"/>
              </a:ext>
            </a:extLst>
          </p:cNvPr>
          <p:cNvSpPr txBox="1"/>
          <p:nvPr/>
        </p:nvSpPr>
        <p:spPr>
          <a:xfrm>
            <a:off x="9864121" y="6657945"/>
            <a:ext cx="232788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pl-PL" sz="700">
                <a:solidFill>
                  <a:srgbClr val="FFFFFF"/>
                </a:solidFill>
                <a:hlinkClick r:id="rId4" tooltip="https://ukrainianlaw.blogspot.com/2016/08/protecting-your-intellectual-property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 zdjęcie</a:t>
            </a:r>
            <a:r>
              <a:rPr lang="pl-PL" sz="700">
                <a:solidFill>
                  <a:srgbClr val="FFFFFF"/>
                </a:solidFill>
              </a:rPr>
              <a:t>, autor: Nieznany autor, licencja: </a:t>
            </a:r>
            <a:r>
              <a:rPr lang="pl-PL" sz="700">
                <a:solidFill>
                  <a:srgbClr val="FFFFFF"/>
                </a:solidFill>
                <a:hlinkClick r:id="rId5" tooltip="https://creativecommons.org/licenses/by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</a:t>
            </a:r>
            <a:endParaRPr lang="pl-PL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0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B92FCC-FDD5-E941-AAD0-DE8423894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097" y="198117"/>
            <a:ext cx="9144000" cy="1263649"/>
          </a:xfrm>
        </p:spPr>
        <p:txBody>
          <a:bodyPr anchor="b">
            <a:normAutofit fontScale="90000"/>
          </a:bodyPr>
          <a:lstStyle/>
          <a:p>
            <a:r>
              <a:rPr lang="pl-PL" dirty="0"/>
              <a:t>Prawa na dobrach niematerialnych </a:t>
            </a:r>
            <a:r>
              <a:rPr lang="pl-PL" dirty="0">
                <a:sym typeface="Wingdings" pitchFamily="2" charset="2"/>
              </a:rPr>
              <a:t> własność intelektualna </a:t>
            </a:r>
            <a:endParaRPr lang="pl-PL" dirty="0"/>
          </a:p>
        </p:txBody>
      </p:sp>
      <p:graphicFrame>
        <p:nvGraphicFramePr>
          <p:cNvPr id="5" name="Symbol zastępczy zawartości 4">
            <a:extLst>
              <a:ext uri="{FF2B5EF4-FFF2-40B4-BE49-F238E27FC236}">
                <a16:creationId xmlns:a16="http://schemas.microsoft.com/office/drawing/2014/main" id="{50375547-13EF-8F43-97FF-0FCCF985577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00085949"/>
              </p:ext>
            </p:extLst>
          </p:nvPr>
        </p:nvGraphicFramePr>
        <p:xfrm>
          <a:off x="2193016" y="2009764"/>
          <a:ext cx="6746587" cy="2020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C03C5FA-014E-D24D-ACAD-30B2A736D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A37154A-9283-472F-9D32-E032250E224B}" type="datetime1">
              <a:rPr lang="pl-PL" smtClean="0"/>
              <a:pPr rtl="0">
                <a:spcAft>
                  <a:spcPts val="600"/>
                </a:spcAft>
              </a:pPr>
              <a:t>6.10.2025</a:t>
            </a:fld>
            <a:endParaRPr lang="en-US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66306B32-54EF-8240-AE43-0538A4F5BEE1}"/>
              </a:ext>
            </a:extLst>
          </p:cNvPr>
          <p:cNvSpPr txBox="1"/>
          <p:nvPr/>
        </p:nvSpPr>
        <p:spPr>
          <a:xfrm>
            <a:off x="365097" y="4325621"/>
            <a:ext cx="57769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i="1" dirty="0"/>
              <a:t>„Rzeczami w rozumieniu naszego prawa cywilnego są </a:t>
            </a:r>
            <a:r>
              <a:rPr lang="pl-PL" b="1" i="1" dirty="0"/>
              <a:t>materialne</a:t>
            </a:r>
            <a:r>
              <a:rPr lang="pl-PL" i="1" dirty="0"/>
              <a:t> części przyrody w stanie pierwotnym lub przetworzonym, na tyle </a:t>
            </a:r>
            <a:r>
              <a:rPr lang="pl-PL" b="1" i="1" dirty="0"/>
              <a:t>wyodrębnione</a:t>
            </a:r>
            <a:r>
              <a:rPr lang="pl-PL" i="1" dirty="0"/>
              <a:t> (w sposób naturalny lub sztuczny), że w stosunkach społeczno-gospodarczych mogą być traktowane jako </a:t>
            </a:r>
            <a:r>
              <a:rPr lang="pl-PL" b="1" i="1" dirty="0"/>
              <a:t>dobra samoistne</a:t>
            </a:r>
            <a:r>
              <a:rPr lang="pl-PL" i="1" dirty="0"/>
              <a:t>" </a:t>
            </a:r>
            <a:r>
              <a:rPr lang="pl-PL" dirty="0"/>
              <a:t>(</a:t>
            </a:r>
            <a:r>
              <a:rPr lang="pl-PL" i="1" dirty="0"/>
              <a:t>J. Wasilkowski</a:t>
            </a:r>
            <a:r>
              <a:rPr lang="pl-PL" dirty="0"/>
              <a:t>, Zarys prawa, s. 8–9)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EB7A9375-E04B-4F47-98C0-C9DD7ED28E66}"/>
              </a:ext>
            </a:extLst>
          </p:cNvPr>
          <p:cNvSpPr txBox="1"/>
          <p:nvPr/>
        </p:nvSpPr>
        <p:spPr>
          <a:xfrm>
            <a:off x="6553200" y="4372651"/>
            <a:ext cx="52737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u="sng" dirty="0"/>
              <a:t>Nie są rzeczami dobra niematerialne</a:t>
            </a:r>
            <a:r>
              <a:rPr lang="pl-PL" dirty="0"/>
              <a:t>, takie jak utwory, wynalazki, wzory użytkowe, wzory przemysłowe czy znaki towarowe. Dobra te stanowią natomiast przedmioty bezwzględnych praw podmiotowych, tj. </a:t>
            </a:r>
            <a:r>
              <a:rPr lang="pl-PL" b="1" dirty="0"/>
              <a:t>praw na dobrach niematerialnych</a:t>
            </a:r>
            <a:r>
              <a:rPr lang="pl-PL" dirty="0"/>
              <a:t>, dla których prototypem jest własność rzeczy. 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64C4033-D73F-45F2-FE91-2753627B7FC6}"/>
              </a:ext>
            </a:extLst>
          </p:cNvPr>
          <p:cNvSpPr txBox="1"/>
          <p:nvPr/>
        </p:nvSpPr>
        <p:spPr>
          <a:xfrm>
            <a:off x="4007203" y="1936174"/>
            <a:ext cx="380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Różnica: sposób eksploatacji</a:t>
            </a:r>
          </a:p>
        </p:txBody>
      </p:sp>
    </p:spTree>
    <p:extLst>
      <p:ext uri="{BB962C8B-B14F-4D97-AF65-F5344CB8AC3E}">
        <p14:creationId xmlns:p14="http://schemas.microsoft.com/office/powerpoint/2010/main" val="649905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00C633E-ADCD-4A12-9BF2-C451795B6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5590" y="401594"/>
            <a:ext cx="6192819" cy="896471"/>
          </a:xfrm>
        </p:spPr>
        <p:txBody>
          <a:bodyPr>
            <a:normAutofit/>
          </a:bodyPr>
          <a:lstStyle/>
          <a:p>
            <a:r>
              <a:rPr lang="pl-PL" dirty="0"/>
              <a:t>Definicja własności intelektualnej</a:t>
            </a:r>
            <a:endParaRPr lang="en-GB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F7B27AA-2E51-4BCA-B793-50C0B9FF7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5186" y="1441525"/>
            <a:ext cx="6561337" cy="4572000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pl-PL" dirty="0"/>
              <a:t>„prawo odnoszące się do dzieł: literackich, artystycznych i naukowych, interpretacji artystów interpretatorów oraz do </a:t>
            </a:r>
            <a:r>
              <a:rPr lang="pl-PL" dirty="0" err="1"/>
              <a:t>wykonań</a:t>
            </a:r>
            <a:r>
              <a:rPr lang="pl-PL" dirty="0"/>
              <a:t> artystów wykonawców, do fonogramów i programów radiowych i telewizyjnych, wynalazków we wszystkich dziedzinach działalności ludzkiej, odkryć naukowych i wzorów przemysłowych, znaków towarowych i usługowych, jak również nazw handlowych i oznaczeń handlowych, ochrony przed nieuczciwą konkurencją oraz wszystkich innych praw dotyczących działalności intelektualnej: w dziedzinie przemysłowej, naukowej, literackiej i artystycznej”</a:t>
            </a:r>
          </a:p>
          <a:p>
            <a:pPr marL="0" indent="0" algn="just">
              <a:buNone/>
            </a:pPr>
            <a:r>
              <a:rPr lang="pl-PL" i="1" dirty="0"/>
              <a:t>Art. 2 Konwencji sztokholmskiej z 14.07.1967 r. o ustanowieniu Światowej Organizacji Własności Intelektualnej.</a:t>
            </a:r>
            <a:endParaRPr lang="en-GB" i="1" dirty="0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3B6848C-5C23-404B-BA03-12F21A314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A37154A-9283-472F-9D32-E032250E224B}" type="datetime1">
              <a:rPr lang="pl-PL" smtClean="0"/>
              <a:t>6.10.2025</a:t>
            </a:fld>
            <a:endParaRPr lang="en-US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6C9C1735-DA63-4E6D-B0AF-AC939DBE4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21496" y="4889256"/>
            <a:ext cx="2381250" cy="1657350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DF29FC04-A4CE-4852-A7E1-758EBA1ACE29}"/>
              </a:ext>
            </a:extLst>
          </p:cNvPr>
          <p:cNvSpPr txBox="1"/>
          <p:nvPr/>
        </p:nvSpPr>
        <p:spPr>
          <a:xfrm>
            <a:off x="1852246" y="6624159"/>
            <a:ext cx="47461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hlinkClick r:id="rId3" tooltip="https://en.wikipedia.org/wiki/World_Intellectual_Property_Organization"/>
              </a:rPr>
              <a:t>To zdjęcie</a:t>
            </a:r>
            <a:r>
              <a:rPr lang="en-GB" sz="900" dirty="0"/>
              <a:t>, </a:t>
            </a:r>
            <a:r>
              <a:rPr lang="en-GB" sz="900" dirty="0" err="1"/>
              <a:t>autor</a:t>
            </a:r>
            <a:r>
              <a:rPr lang="en-GB" sz="900" dirty="0"/>
              <a:t>: </a:t>
            </a:r>
            <a:r>
              <a:rPr lang="en-GB" sz="900" dirty="0" err="1"/>
              <a:t>Nieznany</a:t>
            </a:r>
            <a:r>
              <a:rPr lang="en-GB" sz="900" dirty="0"/>
              <a:t> </a:t>
            </a:r>
            <a:r>
              <a:rPr lang="en-GB" sz="900" dirty="0" err="1"/>
              <a:t>autor</a:t>
            </a:r>
            <a:r>
              <a:rPr lang="en-GB" sz="900" dirty="0"/>
              <a:t>, </a:t>
            </a:r>
            <a:r>
              <a:rPr lang="en-GB" sz="900" dirty="0" err="1"/>
              <a:t>licencja</a:t>
            </a:r>
            <a:r>
              <a:rPr lang="en-GB" sz="900" dirty="0"/>
              <a:t>: </a:t>
            </a:r>
            <a:r>
              <a:rPr lang="en-GB" sz="900" dirty="0">
                <a:hlinkClick r:id="rId4" tooltip="https://creativecommons.org/licenses/by-sa/3.0/"/>
              </a:rPr>
              <a:t>CC BY-SA</a:t>
            </a:r>
            <a:endParaRPr lang="en-GB" sz="9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CDFBBA6-4196-8377-12CA-F3DD7AB8EB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5399994"/>
              </p:ext>
            </p:extLst>
          </p:nvPr>
        </p:nvGraphicFramePr>
        <p:xfrm>
          <a:off x="479640" y="808893"/>
          <a:ext cx="4341992" cy="4349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257270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96525F6-D852-BD04-9728-8AEC65F5ED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241543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38919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A9C0E6-051C-4171-84D9-4ED20B7D9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65993"/>
            <a:ext cx="9133114" cy="731436"/>
          </a:xfrm>
        </p:spPr>
        <p:txBody>
          <a:bodyPr>
            <a:normAutofit/>
          </a:bodyPr>
          <a:lstStyle/>
          <a:p>
            <a:r>
              <a:rPr lang="pl-PL" dirty="0"/>
              <a:t>Wybrane Międzynarodowe Źródła Prawa Autorskiego</a:t>
            </a:r>
            <a:endParaRPr lang="en-GB" dirty="0"/>
          </a:p>
        </p:txBody>
      </p:sp>
      <p:graphicFrame>
        <p:nvGraphicFramePr>
          <p:cNvPr id="5" name="Symbol zastępczy zawartości 4">
            <a:extLst>
              <a:ext uri="{FF2B5EF4-FFF2-40B4-BE49-F238E27FC236}">
                <a16:creationId xmlns:a16="http://schemas.microsoft.com/office/drawing/2014/main" id="{B83D1F7A-B17D-4501-A88D-5EEC2FFECA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991953"/>
              </p:ext>
            </p:extLst>
          </p:nvPr>
        </p:nvGraphicFramePr>
        <p:xfrm>
          <a:off x="457200" y="1447801"/>
          <a:ext cx="10346138" cy="49442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id="{56C6E78D-392E-47F0-A58F-6C129169B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0571" y="3294744"/>
            <a:ext cx="10445758" cy="336731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pl-PL" sz="1600" dirty="0"/>
          </a:p>
          <a:p>
            <a:endParaRPr lang="en-GB" dirty="0">
              <a:solidFill>
                <a:schemeClr val="bg1"/>
              </a:solidFill>
              <a:highlight>
                <a:srgbClr val="00FF00"/>
              </a:highlight>
            </a:endParaRP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AA8A129-FC82-4715-9FA0-8400AC06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A37154A-9283-472F-9D32-E032250E224B}" type="datetime1">
              <a:rPr lang="pl-PL" smtClean="0"/>
              <a:t>6.10.2025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334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91FA4C0-40C4-40CF-9251-1F2B60AE0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Systemy</a:t>
            </a:r>
            <a:r>
              <a:rPr lang="en-GB" dirty="0"/>
              <a:t> </a:t>
            </a:r>
            <a:r>
              <a:rPr lang="en-GB" dirty="0" err="1"/>
              <a:t>prawa</a:t>
            </a:r>
            <a:r>
              <a:rPr lang="en-GB" dirty="0"/>
              <a:t> </a:t>
            </a:r>
            <a:r>
              <a:rPr lang="en-GB" dirty="0" err="1"/>
              <a:t>autorskiego</a:t>
            </a:r>
            <a:endParaRPr lang="en-GB" dirty="0"/>
          </a:p>
        </p:txBody>
      </p:sp>
      <p:graphicFrame>
        <p:nvGraphicFramePr>
          <p:cNvPr id="5" name="Symbol zastępczy zawartości 4">
            <a:extLst>
              <a:ext uri="{FF2B5EF4-FFF2-40B4-BE49-F238E27FC236}">
                <a16:creationId xmlns:a16="http://schemas.microsoft.com/office/drawing/2014/main" id="{4190BCCB-D3E4-4F5D-81EE-06EA175A9F2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2108200"/>
          <a:ext cx="10058400" cy="37607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8E5B85B-4E1A-4FA1-A46F-B09C6CED8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A37154A-9283-472F-9D32-E032250E224B}" type="datetime1">
              <a:rPr lang="pl-PL" smtClean="0"/>
              <a:t>6.10.2025</a:t>
            </a:fld>
            <a:endParaRPr lang="en-US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B2CF889F-0E27-0344-BF40-2D888361BF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0746988" y="2166648"/>
            <a:ext cx="696098" cy="435061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F4D07A85-7F87-CF43-A526-9BD6C6E602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10737753" y="2972549"/>
            <a:ext cx="719267" cy="479511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6562650A-F12F-0547-8491-E4A5969DAAB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11076020" y="2601709"/>
            <a:ext cx="762000" cy="508000"/>
          </a:xfrm>
          <a:prstGeom prst="rect">
            <a:avLst/>
          </a:prstGeom>
        </p:spPr>
      </p:pic>
      <p:pic>
        <p:nvPicPr>
          <p:cNvPr id="15" name="Obraz 14">
            <a:extLst>
              <a:ext uri="{FF2B5EF4-FFF2-40B4-BE49-F238E27FC236}">
                <a16:creationId xmlns:a16="http://schemas.microsoft.com/office/drawing/2014/main" id="{018B035C-0B36-F34B-A52C-8A241BEDBFF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4"/>
              </a:ext>
            </a:extLst>
          </a:blip>
          <a:stretch>
            <a:fillRect/>
          </a:stretch>
        </p:blipFill>
        <p:spPr>
          <a:xfrm>
            <a:off x="10700693" y="4635479"/>
            <a:ext cx="876131" cy="525679"/>
          </a:xfrm>
          <a:prstGeom prst="rect">
            <a:avLst/>
          </a:prstGeom>
        </p:spPr>
      </p:pic>
      <p:pic>
        <p:nvPicPr>
          <p:cNvPr id="18" name="Obraz 17">
            <a:extLst>
              <a:ext uri="{FF2B5EF4-FFF2-40B4-BE49-F238E27FC236}">
                <a16:creationId xmlns:a16="http://schemas.microsoft.com/office/drawing/2014/main" id="{F65FB977-AA27-334E-AF8D-349DB47873D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6"/>
              </a:ext>
            </a:extLst>
          </a:blip>
          <a:stretch>
            <a:fillRect/>
          </a:stretch>
        </p:blipFill>
        <p:spPr>
          <a:xfrm>
            <a:off x="5066269" y="5570150"/>
            <a:ext cx="967357" cy="509374"/>
          </a:xfrm>
          <a:prstGeom prst="rect">
            <a:avLst/>
          </a:prstGeom>
        </p:spPr>
      </p:pic>
      <p:pic>
        <p:nvPicPr>
          <p:cNvPr id="30" name="Obraz 29">
            <a:extLst>
              <a:ext uri="{FF2B5EF4-FFF2-40B4-BE49-F238E27FC236}">
                <a16:creationId xmlns:a16="http://schemas.microsoft.com/office/drawing/2014/main" id="{5FCDBA3A-B9D6-3949-88EC-1DC1AFFF13A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8"/>
              </a:ext>
            </a:extLst>
          </a:blip>
          <a:stretch>
            <a:fillRect/>
          </a:stretch>
        </p:blipFill>
        <p:spPr>
          <a:xfrm>
            <a:off x="6195319" y="5570150"/>
            <a:ext cx="1018748" cy="50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485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9873" y="2461131"/>
            <a:ext cx="4724175" cy="3379054"/>
          </a:xfrm>
        </p:spPr>
        <p:txBody>
          <a:bodyPr rtlCol="0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r>
              <a:rPr lang="pl-PL" sz="1800" u="sng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 znaczeniu wąskim </a:t>
            </a:r>
            <a:r>
              <a:rPr lang="pl-PL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oznacza zbiór przepisów służących ochronie interesów twórców oraz stosunków prawnych związanych z tworzeniem utworów, korzystaniem z nich oraz ich ochroną. </a:t>
            </a:r>
            <a:br>
              <a:rPr lang="pl-PL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pl-PL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l-PL" sz="1800" u="sng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 szerszym znaczeniu</a:t>
            </a:r>
            <a:r>
              <a:rPr lang="pl-PL" sz="18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pojęcie prawa autorskiego obejmuje również regulacje dotyczące tzw. praw pokrewnych – tzn. praw wyłącznych, przyznanych m.in. artystom wykonawcom, producentom fonogramów, nadawcom radiowym i telewizyjnym. </a:t>
            </a:r>
            <a:endParaRPr lang="pl-PL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6" name="Symbol zastępczy zawartości 15" descr="Obraz zawierający pismo odręczne, Materiały biurowe, Karteczka samoprzylepna, Właściwość fizyczna&#10;&#10;Opis wygenerowany automatycznie">
            <a:extLst>
              <a:ext uri="{FF2B5EF4-FFF2-40B4-BE49-F238E27FC236}">
                <a16:creationId xmlns:a16="http://schemas.microsoft.com/office/drawing/2014/main" id="{A4253369-C16C-73D8-73EC-59EC355AE4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51088" y="1447233"/>
            <a:ext cx="6293643" cy="4195762"/>
          </a:xfrm>
        </p:spPr>
      </p:pic>
      <p:sp>
        <p:nvSpPr>
          <p:cNvPr id="13" name="pole tekstowe 12">
            <a:extLst>
              <a:ext uri="{FF2B5EF4-FFF2-40B4-BE49-F238E27FC236}">
                <a16:creationId xmlns:a16="http://schemas.microsoft.com/office/drawing/2014/main" id="{531CB5BC-6363-AE31-827D-23865E774225}"/>
              </a:ext>
            </a:extLst>
          </p:cNvPr>
          <p:cNvSpPr txBox="1"/>
          <p:nvPr/>
        </p:nvSpPr>
        <p:spPr>
          <a:xfrm>
            <a:off x="6589873" y="827314"/>
            <a:ext cx="39765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800" dirty="0"/>
              <a:t>POJĘCIE PRAWA AUTORSKIEGO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3FAE3F4C-D91F-4C40-1082-A63CA394ABE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847027" y="26617"/>
            <a:ext cx="3548830" cy="2534879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6FE630CA-1CE2-7C47-8DCB-4B1294498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7" y="389726"/>
            <a:ext cx="5043714" cy="943429"/>
          </a:xfrm>
        </p:spPr>
        <p:txBody>
          <a:bodyPr/>
          <a:lstStyle/>
          <a:p>
            <a:r>
              <a:rPr lang="pl-PL" dirty="0"/>
              <a:t>Prawa pokrewne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AB0F0EB5-45E2-0E49-AC07-FD73C1CBED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2873156"/>
              </p:ext>
            </p:extLst>
          </p:nvPr>
        </p:nvGraphicFramePr>
        <p:xfrm>
          <a:off x="611265" y="2561496"/>
          <a:ext cx="10515600" cy="401903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515600">
                  <a:extLst>
                    <a:ext uri="{9D8B030D-6E8A-4147-A177-3AD203B41FA5}">
                      <a16:colId xmlns:a16="http://schemas.microsoft.com/office/drawing/2014/main" val="476156134"/>
                    </a:ext>
                  </a:extLst>
                </a:gridCol>
              </a:tblGrid>
              <a:tr h="736461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KATALOG PRAW POKREWNYCH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04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l-PL" sz="1600" dirty="0"/>
                        <a:t>Prawa do artystycznych </a:t>
                      </a:r>
                      <a:r>
                        <a:rPr lang="pl-PL" sz="1600" dirty="0" err="1"/>
                        <a:t>wykonań</a:t>
                      </a:r>
                      <a:r>
                        <a:rPr lang="pl-PL" sz="1600" dirty="0"/>
                        <a:t> (art. 85-93 Pr. Aut) 50 lat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095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l-PL" sz="1600" dirty="0"/>
                        <a:t>Prawa do fonogramów i wideogramów(art. 94-96 pr. Aut.) 50/70 lat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016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l-PL" sz="1600" dirty="0"/>
                        <a:t>Prawa do nadań programów (art. 97-99 Pr. Aut.)  50 lat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51896"/>
                  </a:ext>
                </a:extLst>
              </a:tr>
              <a:tr h="63684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l-PL" sz="1600" dirty="0"/>
                        <a:t>Prawa do pierwszych wydań 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l-PL" sz="1600" dirty="0"/>
                        <a:t>Prawa do wydań naukowych i krytycznych (art. 99</a:t>
                      </a:r>
                      <a:r>
                        <a:rPr lang="pl-PL" sz="1600" baseline="30000" dirty="0"/>
                        <a:t>1</a:t>
                      </a:r>
                      <a:r>
                        <a:rPr lang="pl-PL" sz="1600" baseline="0" dirty="0"/>
                        <a:t> -99</a:t>
                      </a:r>
                      <a:r>
                        <a:rPr lang="pl-PL" sz="1600" baseline="30000" dirty="0"/>
                        <a:t>6</a:t>
                      </a:r>
                      <a:r>
                        <a:rPr lang="pl-PL" sz="1600" baseline="0" dirty="0"/>
                        <a:t> Pr. Aut) – 30 lat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660693"/>
                  </a:ext>
                </a:extLst>
              </a:tr>
              <a:tr h="6368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dirty="0"/>
                        <a:t>Prawa wydawców prasy w ramach świadczenia usług drogą elektroniczną –  (art. </a:t>
                      </a:r>
                      <a:r>
                        <a:rPr lang="pl-PL" sz="1600" baseline="0" dirty="0"/>
                        <a:t>99</a:t>
                      </a:r>
                      <a:r>
                        <a:rPr lang="pl-PL" sz="1600" baseline="30000" dirty="0"/>
                        <a:t>7</a:t>
                      </a:r>
                      <a:r>
                        <a:rPr lang="pl-PL" sz="1600" baseline="0" dirty="0"/>
                        <a:t>-99</a:t>
                      </a:r>
                      <a:r>
                        <a:rPr lang="pl-PL" sz="1600" baseline="30000" dirty="0"/>
                        <a:t>17</a:t>
                      </a:r>
                      <a:r>
                        <a:rPr lang="pl-PL" sz="1600" baseline="0" dirty="0"/>
                        <a:t>) - </a:t>
                      </a:r>
                      <a:r>
                        <a:rPr lang="pl-PL" sz="1600" baseline="30000" dirty="0"/>
                        <a:t> </a:t>
                      </a:r>
                      <a:r>
                        <a:rPr lang="pl-PL" sz="1600" baseline="0" dirty="0"/>
                        <a:t> 2</a:t>
                      </a:r>
                      <a:r>
                        <a:rPr lang="pl-PL" sz="1600" dirty="0"/>
                        <a:t> lata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058670"/>
                  </a:ext>
                </a:extLst>
              </a:tr>
              <a:tr h="63684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baseline="0" dirty="0"/>
                        <a:t>+ przepisy wspólne do wszystkich praw pokrewnych (art.100-103 Pr. Aut)</a:t>
                      </a:r>
                      <a:endParaRPr lang="pl-PL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600192"/>
                  </a:ext>
                </a:extLst>
              </a:tr>
            </a:tbl>
          </a:graphicData>
        </a:graphic>
      </p:graphicFrame>
      <p:sp>
        <p:nvSpPr>
          <p:cNvPr id="5" name="pole tekstowe 4">
            <a:extLst>
              <a:ext uri="{FF2B5EF4-FFF2-40B4-BE49-F238E27FC236}">
                <a16:creationId xmlns:a16="http://schemas.microsoft.com/office/drawing/2014/main" id="{A6C11993-359C-2AC0-4312-9A10EB1BA3DE}"/>
              </a:ext>
            </a:extLst>
          </p:cNvPr>
          <p:cNvSpPr txBox="1"/>
          <p:nvPr/>
        </p:nvSpPr>
        <p:spPr>
          <a:xfrm>
            <a:off x="2741386" y="7525534"/>
            <a:ext cx="64897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900" dirty="0">
                <a:hlinkClick r:id="rId3" tooltip="https://www.flickr.com/photos/stevenpisano/40882367194"/>
              </a:rPr>
              <a:t>To zdjęcie</a:t>
            </a:r>
            <a:r>
              <a:rPr lang="pl-PL" sz="900" dirty="0"/>
              <a:t>, autor: Nieznany autor, licencja: </a:t>
            </a:r>
            <a:r>
              <a:rPr lang="pl-PL" sz="900" dirty="0">
                <a:hlinkClick r:id="rId4" tooltip="https://creativecommons.org/licenses/by/3.0/"/>
              </a:rPr>
              <a:t>CC BY</a:t>
            </a:r>
            <a:endParaRPr lang="pl-PL" sz="900" dirty="0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35B03A1-C65A-2E02-FB6F-F6EC2893934F}"/>
              </a:ext>
            </a:extLst>
          </p:cNvPr>
          <p:cNvSpPr txBox="1"/>
          <p:nvPr/>
        </p:nvSpPr>
        <p:spPr>
          <a:xfrm>
            <a:off x="413657" y="1039354"/>
            <a:ext cx="50437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0" i="0" u="none" strike="noStrike" dirty="0">
                <a:effectLst/>
                <a:latin typeface="HK Grotesk"/>
              </a:rPr>
              <a:t>Dotyczą osób i podmiotów, które pośredniczą w przekazywaniu utworu publiczności, ale nie można przypisać im twórczego wkładu w powstanie utworu np. aktorzy, tancerze, dyrygenci, producenci, nadawcy radiowi, wydawcy książek</a:t>
            </a:r>
            <a:endParaRPr lang="pl-PL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Pismo odręczne 8">
                <a:extLst>
                  <a:ext uri="{FF2B5EF4-FFF2-40B4-BE49-F238E27FC236}">
                    <a16:creationId xmlns:a16="http://schemas.microsoft.com/office/drawing/2014/main" id="{BA4890CE-E41E-D2DA-A72B-59FE5870A7C7}"/>
                  </a:ext>
                </a:extLst>
              </p14:cNvPr>
              <p14:cNvContentPartPr/>
              <p14:nvPr/>
            </p14:nvContentPartPr>
            <p14:xfrm>
              <a:off x="10233611" y="5810411"/>
              <a:ext cx="1800" cy="24480"/>
            </p14:xfrm>
          </p:contentPart>
        </mc:Choice>
        <mc:Fallback xmlns="">
          <p:pic>
            <p:nvPicPr>
              <p:cNvPr id="9" name="Pismo odręczne 8">
                <a:extLst>
                  <a:ext uri="{FF2B5EF4-FFF2-40B4-BE49-F238E27FC236}">
                    <a16:creationId xmlns:a16="http://schemas.microsoft.com/office/drawing/2014/main" id="{BA4890CE-E41E-D2DA-A72B-59FE5870A7C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24971" y="5801771"/>
                <a:ext cx="19440" cy="4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7289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6F46C8A5-01D3-9217-3289-8A470B1F8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382524"/>
            <a:ext cx="10668000" cy="758952"/>
          </a:xfrm>
        </p:spPr>
        <p:txBody>
          <a:bodyPr/>
          <a:lstStyle/>
          <a:p>
            <a:r>
              <a:rPr lang="pl-PL" dirty="0"/>
              <a:t>Pojęcie i źródła własności przemysłowej</a:t>
            </a:r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id="{B22281F1-2B2E-F9FE-2B0F-756621D1C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1" y="1141476"/>
            <a:ext cx="4572001" cy="761999"/>
          </a:xfrm>
        </p:spPr>
        <p:txBody>
          <a:bodyPr>
            <a:normAutofit fontScale="92500" lnSpcReduction="10000"/>
          </a:bodyPr>
          <a:lstStyle/>
          <a:p>
            <a:r>
              <a:rPr lang="pl-PL" dirty="0"/>
              <a:t>Konwencja paryska (1883)</a:t>
            </a:r>
          </a:p>
        </p:txBody>
      </p:sp>
      <p:sp>
        <p:nvSpPr>
          <p:cNvPr id="7" name="Symbol zastępczy zawartości 6">
            <a:extLst>
              <a:ext uri="{FF2B5EF4-FFF2-40B4-BE49-F238E27FC236}">
                <a16:creationId xmlns:a16="http://schemas.microsoft.com/office/drawing/2014/main" id="{52536A03-8D2F-9BE5-45D3-CD736C87A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2046515"/>
            <a:ext cx="4869543" cy="4325256"/>
          </a:xfrm>
        </p:spPr>
        <p:txBody>
          <a:bodyPr>
            <a:normAutofit fontScale="70000" lnSpcReduction="20000"/>
          </a:bodyPr>
          <a:lstStyle/>
          <a:p>
            <a:r>
              <a:rPr lang="pl-PL" dirty="0"/>
              <a:t>Zgodnie z art. 1 ust. 2 konwencji paryskiej przedmiotem ochrony własności przemysłowej są: </a:t>
            </a:r>
          </a:p>
          <a:p>
            <a:pPr lvl="1"/>
            <a:r>
              <a:rPr lang="pl-PL" dirty="0"/>
              <a:t>patenty na wynalazki, </a:t>
            </a:r>
          </a:p>
          <a:p>
            <a:pPr lvl="1"/>
            <a:r>
              <a:rPr lang="pl-PL" dirty="0"/>
              <a:t>wzory użytkowe, </a:t>
            </a:r>
          </a:p>
          <a:p>
            <a:pPr lvl="1"/>
            <a:r>
              <a:rPr lang="pl-PL" dirty="0"/>
              <a:t>wzory przemysłowe, </a:t>
            </a:r>
          </a:p>
          <a:p>
            <a:pPr lvl="1"/>
            <a:r>
              <a:rPr lang="pl-PL" dirty="0"/>
              <a:t>znaki towarowe, </a:t>
            </a:r>
          </a:p>
          <a:p>
            <a:pPr lvl="1"/>
            <a:r>
              <a:rPr lang="pl-PL" dirty="0"/>
              <a:t>znaki usługowe, </a:t>
            </a:r>
          </a:p>
          <a:p>
            <a:pPr lvl="1"/>
            <a:r>
              <a:rPr lang="pl-PL" dirty="0"/>
              <a:t>nazwy handlowe </a:t>
            </a:r>
          </a:p>
          <a:p>
            <a:pPr lvl="1"/>
            <a:r>
              <a:rPr lang="pl-PL" dirty="0"/>
              <a:t>oznaczenia pochodzenia lub nazwy pochodzenia, </a:t>
            </a:r>
          </a:p>
          <a:p>
            <a:pPr lvl="1"/>
            <a:r>
              <a:rPr lang="pl-PL" dirty="0"/>
              <a:t>zwalczanie nieuczciwej konkurencji (od 1900 r.)</a:t>
            </a:r>
          </a:p>
          <a:p>
            <a:pPr marL="0" indent="0">
              <a:buNone/>
            </a:pPr>
            <a:r>
              <a:rPr lang="pl-PL" dirty="0"/>
              <a:t>W wyniku rozwoju technicznego, technologicznego i gospodarczego wykształciły się nowe dobra niematerialne wykorzystywane w działalności gospodarczej, które zasługują na ochronę np.:</a:t>
            </a:r>
          </a:p>
          <a:p>
            <a:pPr lvl="1"/>
            <a:r>
              <a:rPr lang="pl-PL" dirty="0"/>
              <a:t> topografie układów scalonych, </a:t>
            </a:r>
          </a:p>
          <a:p>
            <a:pPr lvl="1"/>
            <a:r>
              <a:rPr lang="pl-PL" dirty="0"/>
              <a:t>informacje techniczne, technologiczne, handlowe, organizacyjne lub inne mające wartość gospodarczą,</a:t>
            </a:r>
          </a:p>
          <a:p>
            <a:pPr lvl="1"/>
            <a:r>
              <a:rPr lang="pl-PL" dirty="0"/>
              <a:t>odmiany roślin, </a:t>
            </a:r>
          </a:p>
          <a:p>
            <a:endParaRPr lang="pl-PL" dirty="0"/>
          </a:p>
        </p:txBody>
      </p:sp>
      <p:sp>
        <p:nvSpPr>
          <p:cNvPr id="8" name="Symbol zastępczy tekstu 7">
            <a:extLst>
              <a:ext uri="{FF2B5EF4-FFF2-40B4-BE49-F238E27FC236}">
                <a16:creationId xmlns:a16="http://schemas.microsoft.com/office/drawing/2014/main" id="{9D1BB645-C256-8E64-1065-3F5BFCD74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54799" y="1522475"/>
            <a:ext cx="4572001" cy="761999"/>
          </a:xfrm>
        </p:spPr>
        <p:txBody>
          <a:bodyPr>
            <a:normAutofit fontScale="92500" lnSpcReduction="10000"/>
          </a:bodyPr>
          <a:lstStyle/>
          <a:p>
            <a:r>
              <a:rPr lang="pl-PL" dirty="0"/>
              <a:t>Ustawa z dnia 30.06.2000 r. prawo własności przemysłowej</a:t>
            </a:r>
          </a:p>
        </p:txBody>
      </p:sp>
      <p:sp>
        <p:nvSpPr>
          <p:cNvPr id="9" name="Symbol zastępczy zawartości 8">
            <a:extLst>
              <a:ext uri="{FF2B5EF4-FFF2-40B4-BE49-F238E27FC236}">
                <a16:creationId xmlns:a16="http://schemas.microsoft.com/office/drawing/2014/main" id="{689FE58A-4B78-8317-1878-4CB42502B2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0454" y="2554515"/>
            <a:ext cx="4869543" cy="3817256"/>
          </a:xfrm>
        </p:spPr>
        <p:txBody>
          <a:bodyPr>
            <a:noAutofit/>
          </a:bodyPr>
          <a:lstStyle/>
          <a:p>
            <a:r>
              <a:rPr lang="pl-PL" sz="1600" dirty="0"/>
              <a:t>Art. 1 ust. 1: Ustawa normuje: </a:t>
            </a:r>
          </a:p>
          <a:p>
            <a:pPr marL="0" indent="0">
              <a:buNone/>
            </a:pPr>
            <a:r>
              <a:rPr lang="pl-PL" sz="1600" dirty="0"/>
              <a:t>1) stosunki w zakresie wynalazków, wzorów użytkowych, wzorów przemysłowych, znaków towarowych, oznaczeń geograficznych i topografii układów scalonych; </a:t>
            </a:r>
          </a:p>
          <a:p>
            <a:pPr marL="0" indent="0">
              <a:buNone/>
            </a:pPr>
            <a:r>
              <a:rPr lang="pl-PL" sz="1600" dirty="0"/>
              <a:t>2) zasady, na jakich przedsiębiorcy mogą przyjmować projekty racjonalizatorskie i wynagradzać ich twórców; </a:t>
            </a:r>
          </a:p>
          <a:p>
            <a:pPr marL="0" indent="0">
              <a:buNone/>
            </a:pPr>
            <a:r>
              <a:rPr lang="pl-PL" sz="1600" dirty="0"/>
              <a:t>3) zadania i organizację Urzędu Patentowego Rzeczypospolitej Polskiej, zwanego dalej «Urzędem Patentowym»”. </a:t>
            </a:r>
          </a:p>
          <a:p>
            <a:r>
              <a:rPr lang="pl-PL" sz="1600" dirty="0"/>
              <a:t>Art. 2 stanowi: „Zwalczanie nieuczciwej konkurencji normuje odrębna ustawa”.</a:t>
            </a:r>
          </a:p>
        </p:txBody>
      </p:sp>
    </p:spTree>
    <p:extLst>
      <p:ext uri="{BB962C8B-B14F-4D97-AF65-F5344CB8AC3E}">
        <p14:creationId xmlns:p14="http://schemas.microsoft.com/office/powerpoint/2010/main" val="2300749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2B11E2C-6017-1EDA-D3E1-CB335D1BA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Ochrona własności intelektualnej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06F303C-24D9-EF6E-9302-972660176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Prawo autorskie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30BF2AB-1EC1-6233-DDB7-4A5467D4CCD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l-PL" dirty="0"/>
              <a:t>Ochrona prawna niezależna od spełnienia formalności, bezpłatna</a:t>
            </a:r>
          </a:p>
          <a:p>
            <a:r>
              <a:rPr lang="pl-PL" dirty="0"/>
              <a:t>Jeden rodzaj przedmiotu ochrony – utwór</a:t>
            </a:r>
          </a:p>
          <a:p>
            <a:r>
              <a:rPr lang="pl-PL" dirty="0"/>
              <a:t>Ochrona praw osobistych i majątkowych</a:t>
            </a:r>
          </a:p>
          <a:p>
            <a:r>
              <a:rPr lang="pl-PL" dirty="0"/>
              <a:t>Jednolity czas ochrony utworów (prawa majątkowe 70 lat od śmierci twórcy, prawa osobiste bezterminowo)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655B369B-6E99-8E0E-9FD4-119F0D233B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l-PL" dirty="0"/>
              <a:t>Prawo własności przemysłowej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8E6FEFB-886A-B535-0DF3-354CEA410E7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l-PL" dirty="0"/>
              <a:t>Ochrona prawna uzależniona od rejestracji we właściwym urzędzie, odpłatna,</a:t>
            </a:r>
          </a:p>
          <a:p>
            <a:r>
              <a:rPr lang="pl-PL"/>
              <a:t>Kilka rodzajów przedmiotów </a:t>
            </a:r>
            <a:r>
              <a:rPr lang="pl-PL" dirty="0"/>
              <a:t>objętych ochroną -wynalazki, wzory użytkowe, wzory przemysłowe, znaki towarowe, oznaczenia geograficzne, topografie układów scalonych, odmiany roślin,</a:t>
            </a:r>
          </a:p>
          <a:p>
            <a:r>
              <a:rPr lang="pl-PL" dirty="0"/>
              <a:t>Ochrona praw majątkowych, </a:t>
            </a:r>
          </a:p>
          <a:p>
            <a:r>
              <a:rPr lang="pl-PL" dirty="0"/>
              <a:t>Różny czas ochrony poszczególnych przedmiotów własności przemysłowej 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11361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3E8C3AF-857B-5B12-5CF5-8F066AD8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Pytania</a:t>
            </a:r>
          </a:p>
        </p:txBody>
      </p:sp>
      <p:sp>
        <p:nvSpPr>
          <p:cNvPr id="7" name="Symbol zastępczy zawartości 6">
            <a:extLst>
              <a:ext uri="{FF2B5EF4-FFF2-40B4-BE49-F238E27FC236}">
                <a16:creationId xmlns:a16="http://schemas.microsoft.com/office/drawing/2014/main" id="{EC5A786A-97DC-4905-A674-8B45F60E3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781" y="1340285"/>
            <a:ext cx="10553177" cy="4865327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pl-PL" sz="1700" dirty="0"/>
              <a:t>Prawo własności intelektualnej obejmuje ochroną:</a:t>
            </a:r>
          </a:p>
          <a:p>
            <a:pPr lvl="1" indent="-342900">
              <a:buAutoNum type="alphaLcPeriod"/>
            </a:pPr>
            <a:r>
              <a:rPr lang="pl-PL" sz="1700" dirty="0"/>
              <a:t>Dobra niematerialne, będące rezultatami pracy ludzkiego intelektu, </a:t>
            </a:r>
          </a:p>
          <a:p>
            <a:pPr lvl="1" indent="-342900">
              <a:buAutoNum type="alphaLcPeriod"/>
            </a:pPr>
            <a:r>
              <a:rPr lang="pl-PL" sz="1700" dirty="0"/>
              <a:t>Materialne nośniki, na których zapisano efekty pracy twórczej człowieka,</a:t>
            </a:r>
          </a:p>
          <a:p>
            <a:pPr lvl="1" indent="-342900">
              <a:buAutoNum type="alphaLcPeriod"/>
            </a:pPr>
            <a:r>
              <a:rPr lang="pl-PL" sz="1700" dirty="0"/>
              <a:t>Rezultaty pracy twórczej człowieka oraz nośniki, na których je zapisano,</a:t>
            </a:r>
          </a:p>
          <a:p>
            <a:pPr lvl="1" indent="-342900">
              <a:buAutoNum type="alphaLcPeriod"/>
            </a:pPr>
            <a:r>
              <a:rPr lang="pl-PL" sz="1700" dirty="0"/>
              <a:t>Proces twórczy, bez względu na jego efekt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pl-PL" sz="17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Pojęcie „własność intelektualna”:</a:t>
            </a:r>
          </a:p>
          <a:p>
            <a:pPr lvl="1" indent="-342900" algn="just">
              <a:buFont typeface="+mj-lt"/>
              <a:buAutoNum type="alphaLcPeriod"/>
            </a:pPr>
            <a:r>
              <a:rPr lang="pl-PL" sz="17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Nie zostało zdefiniowane w żadnym akcie prawnym,</a:t>
            </a:r>
          </a:p>
          <a:p>
            <a:pPr lvl="1" indent="-342900" algn="just">
              <a:buFont typeface="+mj-lt"/>
              <a:buAutoNum type="alphaLcPeriod"/>
            </a:pPr>
            <a:r>
              <a:rPr lang="pl-PL" sz="17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Zostało zdefiniowane z ustawie z dnia 4 lutego 1994 r o Prawie autorskim i prawach pokrewnych, </a:t>
            </a:r>
          </a:p>
          <a:p>
            <a:pPr lvl="1" indent="-342900" algn="just">
              <a:buFont typeface="+mj-lt"/>
              <a:buAutoNum type="alphaLcPeriod"/>
            </a:pPr>
            <a:r>
              <a:rPr lang="pl-PL" sz="17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Zostało zdefiniowane w art. 2 Konwencji berneńskiej o ochronie dzieł literackich i artystycznych z 1886 r.,</a:t>
            </a:r>
          </a:p>
          <a:p>
            <a:pPr lvl="1" indent="-342900" algn="just">
              <a:buFont typeface="+mj-lt"/>
              <a:buAutoNum type="alphaLcPeriod"/>
            </a:pPr>
            <a:r>
              <a:rPr lang="pl-PL" sz="17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Zostało zdefiniowane w art. 2 Konwencji sztokholmskiej o ustanowieniu Światowej Organizacji własności intelektualnej z 1967 r., </a:t>
            </a:r>
          </a:p>
          <a:p>
            <a:pPr marL="400050" lvl="1" indent="0" algn="just">
              <a:buNone/>
            </a:pPr>
            <a:endParaRPr lang="pl-PL" sz="17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73879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448E106-0717-D9D3-6355-473782AAF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Pytania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B83DB74-DEDD-1546-3BE9-BABB6665D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989" y="1490597"/>
            <a:ext cx="10571967" cy="4757803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lang="pl-PL" sz="1400" dirty="0"/>
              <a:t>3. </a:t>
            </a:r>
            <a:r>
              <a:rPr lang="pl-PL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Ochrona wynalazków w polskim porządku prawnym:</a:t>
            </a:r>
          </a:p>
          <a:p>
            <a:pPr marL="742950" lvl="1" indent="-285750" algn="just">
              <a:buFont typeface="+mj-lt"/>
              <a:buAutoNum type="alphaLcPeriod"/>
            </a:pPr>
            <a:r>
              <a:rPr lang="pl-PL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Wynika z ustawy z dnia 4 lutego 1994 r o prawie autorskim i prawach pokrewnych, </a:t>
            </a:r>
          </a:p>
          <a:p>
            <a:pPr marL="742950" lvl="1" indent="-285750" algn="just">
              <a:buFont typeface="+mj-lt"/>
              <a:buAutoNum type="alphaLcPeriod"/>
            </a:pPr>
            <a:r>
              <a:rPr lang="pl-PL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Wynika z ustawy z dnia 16 kwietnia 1993 r. o zwalczaniu nieuczciwej konkurencji,</a:t>
            </a:r>
          </a:p>
          <a:p>
            <a:pPr marL="742950" lvl="1" indent="-285750" algn="just">
              <a:buFont typeface="+mj-lt"/>
              <a:buAutoNum type="alphaLcPeriod"/>
            </a:pPr>
            <a:r>
              <a:rPr lang="pl-PL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Wynika z ustawy z dnia 30 czerwca 2000 r. Prawo własności przemysłowej, </a:t>
            </a:r>
          </a:p>
          <a:p>
            <a:pPr marL="742950" lvl="1" indent="-285750" algn="just">
              <a:buFont typeface="+mj-lt"/>
              <a:buAutoNum type="alphaLcPeriod"/>
            </a:pPr>
            <a:r>
              <a:rPr lang="pl-PL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Nie jest objęta regulacją ustawową, </a:t>
            </a:r>
          </a:p>
          <a:p>
            <a:pPr marL="0" lvl="0" indent="0" algn="just">
              <a:buNone/>
            </a:pPr>
            <a:r>
              <a:rPr lang="pl-PL" sz="1400" dirty="0"/>
              <a:t>4. </a:t>
            </a:r>
            <a:r>
              <a:rPr lang="pl-PL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Prawem pokrewnym w świetle ustawy z dnia 4 lutego 1994 r o prawie autorskim i prawach pokrewnych nie jest:</a:t>
            </a:r>
          </a:p>
          <a:p>
            <a:pPr marL="742950" lvl="1" indent="-285750" algn="just">
              <a:buFont typeface="+mj-lt"/>
              <a:buAutoNum type="alphaLcPeriod"/>
            </a:pPr>
            <a:r>
              <a:rPr lang="pl-PL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Prawo do artystycznych </a:t>
            </a:r>
            <a:r>
              <a:rPr lang="pl-PL" sz="14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wykonań</a:t>
            </a:r>
            <a:r>
              <a:rPr lang="pl-PL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 marL="742950" lvl="1" indent="-285750" algn="just">
              <a:buFont typeface="+mj-lt"/>
              <a:buAutoNum type="alphaLcPeriod"/>
            </a:pPr>
            <a:r>
              <a:rPr lang="pl-PL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Prawo do fonogramów,</a:t>
            </a:r>
          </a:p>
          <a:p>
            <a:pPr marL="742950" lvl="1" indent="-285750" algn="just">
              <a:buFont typeface="+mj-lt"/>
              <a:buAutoNum type="alphaLcPeriod"/>
            </a:pPr>
            <a:r>
              <a:rPr lang="pl-PL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Prawo do nadań programów,</a:t>
            </a:r>
          </a:p>
          <a:p>
            <a:pPr marL="742950" lvl="1" indent="-285750" algn="just">
              <a:buFont typeface="+mj-lt"/>
              <a:buAutoNum type="alphaLcPeriod"/>
            </a:pPr>
            <a:r>
              <a:rPr lang="pl-PL" sz="14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Prawo tłumacza do zrealizowanego przez niego opracowania utworu, </a:t>
            </a:r>
            <a:endParaRPr lang="pl-PL" sz="1400" dirty="0"/>
          </a:p>
          <a:p>
            <a:pPr marL="0" indent="0">
              <a:buNone/>
            </a:pPr>
            <a:r>
              <a:rPr lang="pl-PL" sz="1400" dirty="0"/>
              <a:t>5. Odpłatność ochrony jest cechą:</a:t>
            </a:r>
          </a:p>
          <a:p>
            <a:pPr marL="457200" indent="-457200">
              <a:buAutoNum type="alphaLcPeriod"/>
            </a:pPr>
            <a:r>
              <a:rPr lang="pl-PL" sz="1400" dirty="0"/>
              <a:t>prawa własności intelektualnej;</a:t>
            </a:r>
          </a:p>
          <a:p>
            <a:pPr marL="457200" indent="-457200">
              <a:buAutoNum type="alphaLcPeriod"/>
            </a:pPr>
            <a:r>
              <a:rPr lang="pl-PL" sz="1400" dirty="0"/>
              <a:t>Prawa autorskiego,</a:t>
            </a:r>
          </a:p>
          <a:p>
            <a:pPr marL="457200" indent="-457200">
              <a:buAutoNum type="alphaLcPeriod"/>
            </a:pPr>
            <a:r>
              <a:rPr lang="pl-PL" sz="1400" dirty="0"/>
              <a:t>Prawa własności przemysłowej,</a:t>
            </a:r>
          </a:p>
          <a:p>
            <a:pPr marL="457200" indent="-457200">
              <a:buAutoNum type="alphaLcPeriod"/>
            </a:pPr>
            <a:r>
              <a:rPr lang="pl-PL" sz="1400" dirty="0"/>
              <a:t>Żadna z odpowiedzi nie jest prawidłowa,</a:t>
            </a:r>
          </a:p>
        </p:txBody>
      </p:sp>
    </p:spTree>
    <p:extLst>
      <p:ext uri="{BB962C8B-B14F-4D97-AF65-F5344CB8AC3E}">
        <p14:creationId xmlns:p14="http://schemas.microsoft.com/office/powerpoint/2010/main" val="645578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0E08C7-9D8E-205A-882C-E7176481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3073550" cy="5126203"/>
          </a:xfrm>
        </p:spPr>
        <p:txBody>
          <a:bodyPr anchor="ctr">
            <a:normAutofit/>
          </a:bodyPr>
          <a:lstStyle/>
          <a:p>
            <a:pPr algn="r"/>
            <a:r>
              <a:rPr lang="pl-PL" dirty="0"/>
              <a:t>Przydatne linki: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454A2C1-AB2F-F9FE-451D-A6A68632D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3786" y="621697"/>
            <a:ext cx="6791894" cy="5147973"/>
          </a:xfrm>
        </p:spPr>
        <p:txBody>
          <a:bodyPr anchor="ctr">
            <a:normAutofit lnSpcReduction="10000"/>
          </a:bodyPr>
          <a:lstStyle/>
          <a:p>
            <a:endParaRPr lang="pl-PL" b="1" dirty="0"/>
          </a:p>
          <a:p>
            <a:r>
              <a:rPr lang="pl-PL" b="1" dirty="0"/>
              <a:t>Tekst ustawy o prawie autorskim: </a:t>
            </a:r>
            <a:r>
              <a:rPr lang="pl-PL" dirty="0">
                <a:hlinkClick r:id="rId2"/>
              </a:rPr>
              <a:t>https://isap.sejm.gov.pl/isap.nsf/download.xsp/WDU19940240083/U/D19940083Lj.pdf</a:t>
            </a:r>
            <a:r>
              <a:rPr lang="pl-PL" dirty="0"/>
              <a:t> </a:t>
            </a:r>
          </a:p>
          <a:p>
            <a:r>
              <a:rPr lang="pl-PL" b="1" dirty="0"/>
              <a:t>Tekst ustawy prawo własności przemysłowej: </a:t>
            </a:r>
            <a:r>
              <a:rPr lang="pl-PL" dirty="0">
                <a:hlinkClick r:id="rId3"/>
              </a:rPr>
              <a:t>https://isap.sejm.gov.pl/isap.nsf/download.xsp/WDU20010490508/U/D20010508Lj.pdf</a:t>
            </a:r>
            <a:r>
              <a:rPr lang="pl-PL" dirty="0"/>
              <a:t> </a:t>
            </a:r>
          </a:p>
          <a:p>
            <a:r>
              <a:rPr lang="pl-PL" b="1" dirty="0"/>
              <a:t>Strona internetowa Urzędu Patentowego RP:</a:t>
            </a:r>
            <a:r>
              <a:rPr lang="pl-PL" dirty="0"/>
              <a:t> </a:t>
            </a:r>
            <a:r>
              <a:rPr lang="pl-PL" dirty="0">
                <a:hlinkClick r:id="rId4"/>
              </a:rPr>
              <a:t>https://uprp.gov.pl/pl</a:t>
            </a:r>
            <a:r>
              <a:rPr lang="pl-PL" dirty="0"/>
              <a:t> </a:t>
            </a:r>
          </a:p>
          <a:p>
            <a:r>
              <a:rPr lang="pl-PL" b="1" dirty="0"/>
              <a:t>„PWP w pigułce” mini skrypt Urzędu Patentowego:</a:t>
            </a:r>
            <a:r>
              <a:rPr lang="pl-PL" dirty="0"/>
              <a:t> </a:t>
            </a:r>
            <a:r>
              <a:rPr lang="pl-PL" dirty="0">
                <a:hlinkClick r:id="rId5"/>
              </a:rPr>
              <a:t>https://uprp.gov.pl/sites/default/files/2019-12/Ochrona_wlasnosci_przemyslowej_w_pigulce.pdf</a:t>
            </a:r>
            <a:endParaRPr lang="pl-PL" dirty="0"/>
          </a:p>
          <a:p>
            <a:r>
              <a:rPr lang="pl-PL" b="1" dirty="0"/>
              <a:t>Podcast: </a:t>
            </a:r>
            <a:r>
              <a:rPr lang="pl-PL" dirty="0">
                <a:hlinkClick r:id="rId6"/>
              </a:rPr>
              <a:t>https://www.youtube.com/playlist?list=PLEY-zSsDUaSgfksQoOPj-KCeKXSEFDb3e</a:t>
            </a:r>
            <a:r>
              <a:rPr lang="pl-P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639751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Jon">
  <a:themeElements>
    <a:clrScheme name="J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J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4392</TotalTime>
  <Words>1317</Words>
  <Application>Microsoft Macintosh PowerPoint</Application>
  <PresentationFormat>Panoramiczny</PresentationFormat>
  <Paragraphs>129</Paragraphs>
  <Slides>13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13</vt:i4>
      </vt:variant>
    </vt:vector>
  </HeadingPairs>
  <TitlesOfParts>
    <vt:vector size="20" baseType="lpstr">
      <vt:lpstr>Calibri</vt:lpstr>
      <vt:lpstr>Century Gothic</vt:lpstr>
      <vt:lpstr>HK Grotesk</vt:lpstr>
      <vt:lpstr>Tahoma</vt:lpstr>
      <vt:lpstr>Wingdings</vt:lpstr>
      <vt:lpstr>Wingdings 3</vt:lpstr>
      <vt:lpstr>Jon</vt:lpstr>
      <vt:lpstr>Ochrona własności intelektualnej </vt:lpstr>
      <vt:lpstr>Prawa na dobrach niematerialnych  własność intelektualna </vt:lpstr>
      <vt:lpstr>Definicja własności intelektualnej</vt:lpstr>
      <vt:lpstr>Prezentacja programu PowerPoint</vt:lpstr>
      <vt:lpstr>Wybrane Międzynarodowe Źródła Prawa Autorskiego</vt:lpstr>
      <vt:lpstr>Systemy prawa autorskiego</vt:lpstr>
      <vt:lpstr>W znaczeniu wąskim oznacza zbiór przepisów służących ochronie interesów twórców oraz stosunków prawnych związanych z tworzeniem utworów, korzystaniem z nich oraz ich ochroną.   W szerszym znaczeniu pojęcie prawa autorskiego obejmuje również regulacje dotyczące tzw. praw pokrewnych – tzn. praw wyłącznych, przyznanych m.in. artystom wykonawcom, producentom fonogramów, nadawcom radiowym i telewizyjnym. </vt:lpstr>
      <vt:lpstr>Prawa pokrewne</vt:lpstr>
      <vt:lpstr>Pojęcie i źródła własności przemysłowej</vt:lpstr>
      <vt:lpstr>Ochrona własności intelektualnej</vt:lpstr>
      <vt:lpstr>Pytania</vt:lpstr>
      <vt:lpstr>Pytania</vt:lpstr>
      <vt:lpstr>Przydatne linki: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Zakres przedmiotowy i podmiotowy prawa autorskiego. Autorskie prawa osobiste i majątkowe. Prawa pokrewne.</dc:title>
  <dc:creator>Agnieszka Kwiecień-Madej</dc:creator>
  <cp:lastModifiedBy>Agnieszka Kwiecień</cp:lastModifiedBy>
  <cp:revision>33</cp:revision>
  <cp:lastPrinted>2021-10-13T06:30:45Z</cp:lastPrinted>
  <dcterms:created xsi:type="dcterms:W3CDTF">2021-10-13T06:04:30Z</dcterms:created>
  <dcterms:modified xsi:type="dcterms:W3CDTF">2025-10-06T08:27:04Z</dcterms:modified>
</cp:coreProperties>
</file>